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33B0CD"/>
    <a:srgbClr val="2C98B2"/>
    <a:srgbClr val="F3700D"/>
    <a:srgbClr val="FFFFFF"/>
    <a:srgbClr val="FFFF66"/>
    <a:srgbClr val="232629"/>
    <a:srgbClr val="48A5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D30176-5B39-620D-DB89-AA912868270C}" v="61" dt="2026-04-27T23:44:35.657"/>
    <p1510:client id="{9F3B188C-35CF-E777-A100-652C9BF4B5B9}" v="2" dt="2026-04-28T12:12:25.4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455" autoAdjust="0"/>
  </p:normalViewPr>
  <p:slideViewPr>
    <p:cSldViewPr snapToGrid="0">
      <p:cViewPr varScale="1">
        <p:scale>
          <a:sx n="67" d="100"/>
          <a:sy n="67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9F3B188C-35CF-E777-A100-652C9BF4B5B9}"/>
    <pc:docChg chg="modSld">
      <pc:chgData name="Guest User" userId="" providerId="Windows Live" clId="Web-{9F3B188C-35CF-E777-A100-652C9BF4B5B9}" dt="2026-04-28T12:12:25.492" v="1" actId="1076"/>
      <pc:docMkLst>
        <pc:docMk/>
      </pc:docMkLst>
      <pc:sldChg chg="modSp">
        <pc:chgData name="Guest User" userId="" providerId="Windows Live" clId="Web-{9F3B188C-35CF-E777-A100-652C9BF4B5B9}" dt="2026-04-28T12:12:25.492" v="1" actId="1076"/>
        <pc:sldMkLst>
          <pc:docMk/>
          <pc:sldMk cId="1444061329" sldId="256"/>
        </pc:sldMkLst>
        <pc:picChg chg="mod">
          <ac:chgData name="Guest User" userId="" providerId="Windows Live" clId="Web-{9F3B188C-35CF-E777-A100-652C9BF4B5B9}" dt="2026-04-28T12:12:25.492" v="1" actId="1076"/>
          <ac:picMkLst>
            <pc:docMk/>
            <pc:sldMk cId="1444061329" sldId="256"/>
            <ac:picMk id="5" creationId="{5FA0EB5F-B435-C0F8-D7EE-F707DE27D8E9}"/>
          </ac:picMkLst>
        </pc:picChg>
      </pc:sldChg>
    </pc:docChg>
  </pc:docChgLst>
  <pc:docChgLst>
    <pc:chgData name="Guest User" providerId="Windows Live" clId="Web-{016B1DE4-5DC2-527B-9638-5A1540CB1971}"/>
    <pc:docChg chg="modSld">
      <pc:chgData name="Guest User" userId="" providerId="Windows Live" clId="Web-{016B1DE4-5DC2-527B-9638-5A1540CB1971}" dt="2026-04-24T23:20:02.839" v="5"/>
      <pc:docMkLst>
        <pc:docMk/>
      </pc:docMkLst>
      <pc:sldChg chg="mod modShow">
        <pc:chgData name="Guest User" userId="" providerId="Windows Live" clId="Web-{016B1DE4-5DC2-527B-9638-5A1540CB1971}" dt="2026-04-24T23:20:02.839" v="5"/>
        <pc:sldMkLst>
          <pc:docMk/>
          <pc:sldMk cId="3828541120" sldId="258"/>
        </pc:sldMkLst>
      </pc:sldChg>
    </pc:docChg>
  </pc:docChgLst>
  <pc:docChgLst>
    <pc:chgData name="angel pachon" userId="0eb516f35fe8c6c4" providerId="LiveId" clId="{4E9C4C6E-5D02-4BAA-B4CA-51DAB7DA871D}"/>
    <pc:docChg chg="undo custSel addSld modSld">
      <pc:chgData name="angel pachon" userId="0eb516f35fe8c6c4" providerId="LiveId" clId="{4E9C4C6E-5D02-4BAA-B4CA-51DAB7DA871D}" dt="2026-04-25T17:22:24.734" v="943" actId="12788"/>
      <pc:docMkLst>
        <pc:docMk/>
      </pc:docMkLst>
      <pc:sldChg chg="addSp modSp mod modNotesTx">
        <pc:chgData name="angel pachon" userId="0eb516f35fe8c6c4" providerId="LiveId" clId="{4E9C4C6E-5D02-4BAA-B4CA-51DAB7DA871D}" dt="2026-04-25T16:45:12.104" v="901" actId="20577"/>
        <pc:sldMkLst>
          <pc:docMk/>
          <pc:sldMk cId="1444061329" sldId="256"/>
        </pc:sldMkLst>
        <pc:spChg chg="mod">
          <ac:chgData name="angel pachon" userId="0eb516f35fe8c6c4" providerId="LiveId" clId="{4E9C4C6E-5D02-4BAA-B4CA-51DAB7DA871D}" dt="2026-04-25T16:43:00.454" v="894" actId="1076"/>
          <ac:spMkLst>
            <pc:docMk/>
            <pc:sldMk cId="1444061329" sldId="256"/>
            <ac:spMk id="2" creationId="{D552A4AE-2A92-F91C-E795-6C409BD511B2}"/>
          </ac:spMkLst>
        </pc:spChg>
        <pc:spChg chg="mod">
          <ac:chgData name="angel pachon" userId="0eb516f35fe8c6c4" providerId="LiveId" clId="{4E9C4C6E-5D02-4BAA-B4CA-51DAB7DA871D}" dt="2026-04-25T16:43:03.446" v="895" actId="1076"/>
          <ac:spMkLst>
            <pc:docMk/>
            <pc:sldMk cId="1444061329" sldId="256"/>
            <ac:spMk id="3" creationId="{4DE4D56C-925B-8C8F-8CCC-6DBCC6C6F9D3}"/>
          </ac:spMkLst>
        </pc:spChg>
        <pc:picChg chg="add mod">
          <ac:chgData name="angel pachon" userId="0eb516f35fe8c6c4" providerId="LiveId" clId="{4E9C4C6E-5D02-4BAA-B4CA-51DAB7DA871D}" dt="2026-04-25T16:43:12.149" v="899" actId="1076"/>
          <ac:picMkLst>
            <pc:docMk/>
            <pc:sldMk cId="1444061329" sldId="256"/>
            <ac:picMk id="5" creationId="{5FA0EB5F-B435-C0F8-D7EE-F707DE27D8E9}"/>
          </ac:picMkLst>
        </pc:picChg>
      </pc:sldChg>
      <pc:sldChg chg="addSp delSp modSp new mod setBg modClrScheme chgLayout modNotesTx">
        <pc:chgData name="angel pachon" userId="0eb516f35fe8c6c4" providerId="LiveId" clId="{4E9C4C6E-5D02-4BAA-B4CA-51DAB7DA871D}" dt="2026-04-25T16:57:46.583" v="937" actId="1076"/>
        <pc:sldMkLst>
          <pc:docMk/>
          <pc:sldMk cId="641958414" sldId="257"/>
        </pc:sldMkLst>
        <pc:picChg chg="add mod ord modCrop">
          <ac:chgData name="angel pachon" userId="0eb516f35fe8c6c4" providerId="LiveId" clId="{4E9C4C6E-5D02-4BAA-B4CA-51DAB7DA871D}" dt="2026-04-25T16:57:46.583" v="937" actId="1076"/>
          <ac:picMkLst>
            <pc:docMk/>
            <pc:sldMk cId="641958414" sldId="257"/>
            <ac:picMk id="5" creationId="{2B3B5C2B-7492-6FE3-A2D8-D8762445C7AD}"/>
          </ac:picMkLst>
        </pc:picChg>
      </pc:sldChg>
      <pc:sldChg chg="modSp new mod modNotesTx">
        <pc:chgData name="angel pachon" userId="0eb516f35fe8c6c4" providerId="LiveId" clId="{4E9C4C6E-5D02-4BAA-B4CA-51DAB7DA871D}" dt="2026-04-25T16:42:34.976" v="889" actId="790"/>
        <pc:sldMkLst>
          <pc:docMk/>
          <pc:sldMk cId="3828541120" sldId="258"/>
        </pc:sldMkLst>
        <pc:spChg chg="mod">
          <ac:chgData name="angel pachon" userId="0eb516f35fe8c6c4" providerId="LiveId" clId="{4E9C4C6E-5D02-4BAA-B4CA-51DAB7DA871D}" dt="2026-04-25T16:42:34.976" v="889" actId="790"/>
          <ac:spMkLst>
            <pc:docMk/>
            <pc:sldMk cId="3828541120" sldId="258"/>
            <ac:spMk id="2" creationId="{594A32EE-54A1-5436-B9B7-9192CFE74449}"/>
          </ac:spMkLst>
        </pc:spChg>
        <pc:spChg chg="mod">
          <ac:chgData name="angel pachon" userId="0eb516f35fe8c6c4" providerId="LiveId" clId="{4E9C4C6E-5D02-4BAA-B4CA-51DAB7DA871D}" dt="2026-04-25T16:42:34.976" v="889" actId="790"/>
          <ac:spMkLst>
            <pc:docMk/>
            <pc:sldMk cId="3828541120" sldId="258"/>
            <ac:spMk id="3" creationId="{0A227E6E-9A13-5818-EE60-D67183A66D9E}"/>
          </ac:spMkLst>
        </pc:spChg>
      </pc:sldChg>
      <pc:sldChg chg="modSp new mod modNotesTx">
        <pc:chgData name="angel pachon" userId="0eb516f35fe8c6c4" providerId="LiveId" clId="{4E9C4C6E-5D02-4BAA-B4CA-51DAB7DA871D}" dt="2026-04-25T16:42:34.976" v="889" actId="790"/>
        <pc:sldMkLst>
          <pc:docMk/>
          <pc:sldMk cId="4204334135" sldId="259"/>
        </pc:sldMkLst>
        <pc:spChg chg="mod">
          <ac:chgData name="angel pachon" userId="0eb516f35fe8c6c4" providerId="LiveId" clId="{4E9C4C6E-5D02-4BAA-B4CA-51DAB7DA871D}" dt="2026-04-25T16:42:34.976" v="889" actId="790"/>
          <ac:spMkLst>
            <pc:docMk/>
            <pc:sldMk cId="4204334135" sldId="259"/>
            <ac:spMk id="2" creationId="{85F7CE7D-7A6B-9169-6C82-7FC063894327}"/>
          </ac:spMkLst>
        </pc:spChg>
      </pc:sldChg>
      <pc:sldChg chg="addSp delSp modSp new mod setBg modNotesTx">
        <pc:chgData name="angel pachon" userId="0eb516f35fe8c6c4" providerId="LiveId" clId="{4E9C4C6E-5D02-4BAA-B4CA-51DAB7DA871D}" dt="2026-04-25T17:22:24.734" v="943" actId="12788"/>
        <pc:sldMkLst>
          <pc:docMk/>
          <pc:sldMk cId="4002272111" sldId="260"/>
        </pc:sldMkLst>
        <pc:spChg chg="add">
          <ac:chgData name="angel pachon" userId="0eb516f35fe8c6c4" providerId="LiveId" clId="{4E9C4C6E-5D02-4BAA-B4CA-51DAB7DA871D}" dt="2026-04-25T17:22:05.337" v="939" actId="26606"/>
          <ac:spMkLst>
            <pc:docMk/>
            <pc:sldMk cId="4002272111" sldId="260"/>
            <ac:spMk id="10" creationId="{7C1E5815-D54C-487F-A054-6D4930ADE3DF}"/>
          </ac:spMkLst>
        </pc:spChg>
        <pc:spChg chg="add">
          <ac:chgData name="angel pachon" userId="0eb516f35fe8c6c4" providerId="LiveId" clId="{4E9C4C6E-5D02-4BAA-B4CA-51DAB7DA871D}" dt="2026-04-25T17:22:05.337" v="939" actId="26606"/>
          <ac:spMkLst>
            <pc:docMk/>
            <pc:sldMk cId="4002272111" sldId="260"/>
            <ac:spMk id="12" creationId="{736F0DFD-0954-464F-BF12-DD2E6F6E0380}"/>
          </ac:spMkLst>
        </pc:spChg>
        <pc:picChg chg="add mod">
          <ac:chgData name="angel pachon" userId="0eb516f35fe8c6c4" providerId="LiveId" clId="{4E9C4C6E-5D02-4BAA-B4CA-51DAB7DA871D}" dt="2026-04-25T17:22:24.734" v="943" actId="12788"/>
          <ac:picMkLst>
            <pc:docMk/>
            <pc:sldMk cId="4002272111" sldId="260"/>
            <ac:picMk id="5" creationId="{28CBDB4A-A573-F5A2-72E2-CE45975B4939}"/>
          </ac:picMkLst>
        </pc:picChg>
      </pc:sldChg>
    </pc:docChg>
  </pc:docChgLst>
  <pc:docChgLst>
    <pc:chgData name="Guest User" providerId="Windows Live" clId="Web-{21D30176-5B39-620D-DB89-AA912868270C}"/>
    <pc:docChg chg="modSld">
      <pc:chgData name="Guest User" userId="" providerId="Windows Live" clId="Web-{21D30176-5B39-620D-DB89-AA912868270C}" dt="2026-04-27T23:44:35.657" v="48" actId="14100"/>
      <pc:docMkLst>
        <pc:docMk/>
      </pc:docMkLst>
      <pc:sldChg chg="addSp delSp modSp">
        <pc:chgData name="Guest User" userId="" providerId="Windows Live" clId="Web-{21D30176-5B39-620D-DB89-AA912868270C}" dt="2026-04-27T23:44:35.657" v="48" actId="14100"/>
        <pc:sldMkLst>
          <pc:docMk/>
          <pc:sldMk cId="4204334135" sldId="259"/>
        </pc:sldMkLst>
        <pc:spChg chg="mod">
          <ac:chgData name="Guest User" userId="" providerId="Windows Live" clId="Web-{21D30176-5B39-620D-DB89-AA912868270C}" dt="2026-04-27T23:43:24.125" v="26" actId="1076"/>
          <ac:spMkLst>
            <pc:docMk/>
            <pc:sldMk cId="4204334135" sldId="259"/>
            <ac:spMk id="2" creationId="{85F7CE7D-7A6B-9169-6C82-7FC063894327}"/>
          </ac:spMkLst>
        </pc:spChg>
        <pc:spChg chg="add del">
          <ac:chgData name="Guest User" userId="" providerId="Windows Live" clId="Web-{21D30176-5B39-620D-DB89-AA912868270C}" dt="2026-04-27T23:42:21.700" v="13"/>
          <ac:spMkLst>
            <pc:docMk/>
            <pc:sldMk cId="4204334135" sldId="259"/>
            <ac:spMk id="3" creationId="{FD04D73B-554F-BB8F-D43F-7AFC4C3F0263}"/>
          </ac:spMkLst>
        </pc:spChg>
        <pc:spChg chg="add mod">
          <ac:chgData name="Guest User" userId="" providerId="Windows Live" clId="Web-{21D30176-5B39-620D-DB89-AA912868270C}" dt="2026-04-27T23:44:35.657" v="48" actId="14100"/>
          <ac:spMkLst>
            <pc:docMk/>
            <pc:sldMk cId="4204334135" sldId="259"/>
            <ac:spMk id="7" creationId="{06F94A03-05A2-2BBB-5738-2C01A27A53F7}"/>
          </ac:spMkLst>
        </pc:spChg>
        <pc:picChg chg="add mod ord">
          <ac:chgData name="Guest User" userId="" providerId="Windows Live" clId="Web-{21D30176-5B39-620D-DB89-AA912868270C}" dt="2026-04-27T23:43:25.782" v="27" actId="1076"/>
          <ac:picMkLst>
            <pc:docMk/>
            <pc:sldMk cId="4204334135" sldId="259"/>
            <ac:picMk id="4" creationId="{14A9C93C-D72D-A669-945F-10695DD36E83}"/>
          </ac:picMkLst>
        </pc:picChg>
        <pc:picChg chg="add mod">
          <ac:chgData name="Guest User" userId="" providerId="Windows Live" clId="Web-{21D30176-5B39-620D-DB89-AA912868270C}" dt="2026-04-27T23:43:26.954" v="28" actId="1076"/>
          <ac:picMkLst>
            <pc:docMk/>
            <pc:sldMk cId="4204334135" sldId="259"/>
            <ac:picMk id="5" creationId="{990D2211-A399-9D70-0695-D33B4D142E4C}"/>
          </ac:picMkLst>
        </pc:picChg>
        <pc:picChg chg="add mod">
          <ac:chgData name="Guest User" userId="" providerId="Windows Live" clId="Web-{21D30176-5B39-620D-DB89-AA912868270C}" dt="2026-04-27T23:43:28.672" v="29" actId="1076"/>
          <ac:picMkLst>
            <pc:docMk/>
            <pc:sldMk cId="4204334135" sldId="259"/>
            <ac:picMk id="6" creationId="{A92D6947-31EA-ABDD-97A1-3A3E7EE17B8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0FFDC9-07DD-4BC0-A0D8-474DE53249C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16E82D-2917-4AE4-947D-27FCFBBBBB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15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Portada</a:t>
            </a:r>
          </a:p>
          <a:p>
            <a:r>
              <a:rPr lang="es-MX" dirty="0"/>
              <a:t>Titulo del repositorio de GitHub</a:t>
            </a:r>
          </a:p>
          <a:p>
            <a:r>
              <a:rPr lang="es-MX" dirty="0"/>
              <a:t>Fecha de el martes que se presenta esto</a:t>
            </a:r>
          </a:p>
          <a:p>
            <a:endParaRPr lang="es-MX" dirty="0"/>
          </a:p>
          <a:p>
            <a:r>
              <a:rPr lang="es-MX" dirty="0"/>
              <a:t>Yo (</a:t>
            </a:r>
            <a:r>
              <a:rPr lang="es-MX" dirty="0" err="1"/>
              <a:t>angel</a:t>
            </a:r>
            <a:r>
              <a:rPr lang="es-MX" dirty="0"/>
              <a:t>) presento, OBEJTIVO: El objetivo final es usar inteligencia artificial para saber dónde hace falta construir más electrolineras</a:t>
            </a:r>
          </a:p>
          <a:p>
            <a:endParaRPr lang="es-MX" dirty="0"/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311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Yo (angel)</a:t>
            </a:r>
            <a:br>
              <a:rPr lang="es-MX"/>
            </a:br>
            <a:endParaRPr lang="es-MX"/>
          </a:p>
          <a:p>
            <a:r>
              <a:rPr lang="es-MX"/>
              <a:t>Foto del mapa y/o grafos</a:t>
            </a:r>
          </a:p>
          <a:p>
            <a:endParaRPr lang="es-MX"/>
          </a:p>
          <a:p>
            <a:r>
              <a:rPr lang="es-MX"/>
              <a:t>Decir: esto es una simulación de </a:t>
            </a:r>
            <a:r>
              <a:rPr lang="es-MX" err="1"/>
              <a:t>vehivulos</a:t>
            </a:r>
            <a:r>
              <a:rPr lang="es-MX"/>
              <a:t> electrónico, hacer una </a:t>
            </a:r>
            <a:r>
              <a:rPr lang="es-MX" err="1"/>
              <a:t>ia</a:t>
            </a:r>
            <a:r>
              <a:rPr lang="es-MX"/>
              <a:t>  para saber donde construir electrolinera</a:t>
            </a:r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004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Samuel</a:t>
            </a:r>
          </a:p>
          <a:p>
            <a:endParaRPr lang="es-MX" dirty="0"/>
          </a:p>
          <a:p>
            <a:r>
              <a:rPr lang="es-MX" dirty="0"/>
              <a:t>Vehiculas y la lógica</a:t>
            </a:r>
          </a:p>
          <a:p>
            <a:endParaRPr lang="es-MX" dirty="0"/>
          </a:p>
          <a:p>
            <a:r>
              <a:rPr lang="es-MX" dirty="0"/>
              <a:t>Fotos de los </a:t>
            </a:r>
            <a:r>
              <a:rPr lang="es-MX" dirty="0" err="1"/>
              <a:t>veicuhlas</a:t>
            </a:r>
            <a:r>
              <a:rPr lang="es-MX" dirty="0"/>
              <a:t> seleccionados (puede contener las </a:t>
            </a:r>
            <a:r>
              <a:rPr lang="es-MX" dirty="0" err="1"/>
              <a:t>epsesificacion</a:t>
            </a:r>
            <a:r>
              <a:rPr lang="es-MX" dirty="0"/>
              <a:t>= imagen de </a:t>
            </a:r>
            <a:r>
              <a:rPr lang="es-MX" dirty="0" err="1"/>
              <a:t>json</a:t>
            </a:r>
            <a:r>
              <a:rPr lang="es-MX" dirty="0"/>
              <a:t> del </a:t>
            </a:r>
            <a:r>
              <a:rPr lang="es-MX" dirty="0" err="1"/>
              <a:t>github</a:t>
            </a:r>
            <a:r>
              <a:rPr lang="es-MX" dirty="0"/>
              <a:t> o una tabla propia)</a:t>
            </a:r>
          </a:p>
          <a:p>
            <a:endParaRPr lang="es-MX" dirty="0"/>
          </a:p>
          <a:p>
            <a:r>
              <a:rPr lang="es-MX" dirty="0"/>
              <a:t>Una explicación básica del </a:t>
            </a:r>
            <a:r>
              <a:rPr lang="es-MX" dirty="0" err="1"/>
              <a:t>pseudocodigo</a:t>
            </a:r>
            <a:r>
              <a:rPr lang="es-MX" dirty="0"/>
              <a:t> PERO mas la lógica detrás, puede poner un diagrama de flujo para mejor </a:t>
            </a:r>
            <a:r>
              <a:rPr lang="es-MX" dirty="0" err="1"/>
              <a:t>visualisacion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750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9453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Breyner 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captura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menu (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puede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sacar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dogico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Donde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explicara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futuro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debria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hacer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cada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opcion</a:t>
            </a:r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26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Yo (ANGEL)</a:t>
            </a:r>
          </a:p>
          <a:p>
            <a:endParaRPr lang="es-MX" dirty="0"/>
          </a:p>
          <a:p>
            <a:r>
              <a:rPr lang="es-MX" dirty="0"/>
              <a:t>Una imagen de </a:t>
            </a:r>
            <a:r>
              <a:rPr lang="es-MX" dirty="0" err="1"/>
              <a:t>git</a:t>
            </a:r>
            <a:r>
              <a:rPr lang="es-MX" dirty="0"/>
              <a:t> </a:t>
            </a:r>
            <a:r>
              <a:rPr lang="es-MX" dirty="0" err="1"/>
              <a:t>grapf</a:t>
            </a:r>
            <a:endParaRPr lang="es-MX" dirty="0"/>
          </a:p>
          <a:p>
            <a:endParaRPr lang="es-MX" dirty="0"/>
          </a:p>
          <a:p>
            <a:r>
              <a:rPr lang="es-MX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conectar las calles con un algoritmo de rutas, poner a rodar los carros para generar los datos, y entrenar el modelo de IA.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16E82D-2917-4AE4-947D-27FCFBBBBB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15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3EEE10-2A08-C72F-D0C1-37E46B7420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3E2D61B-52D9-D40C-00C1-61D796C76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AAD7C3-1F9B-4DEF-AC66-CAF48D474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0E737C-778F-4639-3D87-337A45D6E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5A9204-8D9A-F178-1A76-D362C391B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9000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411633-1CFB-4F97-2184-E0CC17C1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83E133-2EE9-7646-A382-0714AD2EA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419146-3A53-E280-0DB6-7D85D3265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5B0D3B-3D11-721B-AE87-31636EF23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67E9316-5B2E-1057-63BD-20A9DCC6C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77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F1E90B-C25E-00E7-8CCB-EB2EF87DD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25C5CB-EA2E-A7C0-C842-D4718D122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4AFE93-41F2-6B20-2E43-3308612CE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2A8179-7BF0-38C4-21B3-AF1877DD2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57770E-156F-8BB2-E170-A12F16233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632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A530A0-8B37-1EF5-11E8-4B2BC75D6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17EF8D-7169-D6BF-19AB-D851BBECCC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2FE3D-0969-873F-64C1-4A807B33C0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38966F2-C98F-504A-CB07-24C5F3BE1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8FB050-327C-BB8E-FAE1-26D14E42C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BFE125-FAD0-B9D8-7B0D-A849F09CA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748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864AC5-556B-B45B-7D14-B4C4B5721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6965822-E16D-A2D2-FDDB-1BEC51C22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945D425-8963-8560-F89D-F817946EE9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60749B-4F2D-367A-0730-274C8B74BB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72C44BD-1412-7BDB-DD5B-1BC3041A85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2A4A391-E2C9-E001-9653-231FEB4E4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C8A3286-B95C-4687-D9D2-6EEC73454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50C3F67-D5E3-E218-1C07-2D1475AEC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36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519860-B5E4-12DD-8EC6-FCB9DE357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51C8435-4F21-5006-5243-81178ABA4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54BC596-AEA4-333C-9BF9-1295C333A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D5758B4-3D0F-A292-5D0E-FB9EE1F47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773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2A2CCD7-2E5C-7144-B144-958AB9E4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7B48B4-8181-B07E-84A0-D6222F168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712E0FA-A6EE-68F3-C6D2-6B6552B3C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55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C4BE4B-58E0-DDC7-93C7-D063AA0A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E39DE5-06D8-3E78-0EC7-135D15FAB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371EBD-B8BB-C554-EA2F-E3E23211D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9799620-B3D3-CCE0-09E4-5C0354045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FD7ABCD-D370-CCED-7CAC-42E408F7A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C6787E-37BB-D6DE-8688-88C712916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925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D0802C-561A-2B8E-7425-43C36962F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F98C9BD-8428-A6F6-5DF9-693D46414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6F3511C-FBA1-EBD7-8B78-629F0AAF3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9C28126-334A-BA3F-AF30-1F41E1D6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40E31E6-4D04-84F6-6E47-BFD391654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AA5B90-A3A7-A10A-2CFB-373959DF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058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ACB0C9-511D-3D91-4977-1978E6CF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B768EE9-F0CB-C259-CBDA-1A9D3F4DB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5F61D5-DF1E-AF66-2108-1107D2CE2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762DC-A074-3A33-124C-C05C0F1FA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771FE9-7C8A-AF86-39D4-FC39BC78D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25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C0E7E11-401E-958F-D878-CA183980E7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0ACAD0B-F869-FC91-5555-0CD3AB58E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6777D6-7B7D-35B1-2C9C-EAC5F769D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A04546-ED6C-703C-E6E2-E2F7D94AA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FC57000-519F-2F9D-8871-3421B1306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144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DD14864-BCD5-0625-4BD4-83B42C6FC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CEFD594-D2F3-B5A8-0ECF-B409B21C02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26F772-B371-BE82-5EEA-1EA93A8EE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1E05D-681E-4B57-9BB5-07E6A3889837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EB3343-638D-7F88-919E-9B2CAF976D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7112A25-F485-51D6-C182-093DD0A968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BC9011-B345-49C6-828F-BBECDC734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204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9.png"/><Relationship Id="rId4" Type="http://schemas.openxmlformats.org/officeDocument/2006/relationships/image" Target="../media/image4.jpeg"/><Relationship Id="rId9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52A4AE-2A92-F91C-E795-6C409BD511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640" y="251658"/>
            <a:ext cx="4623816" cy="2222999"/>
          </a:xfrm>
        </p:spPr>
        <p:txBody>
          <a:bodyPr>
            <a:normAutofit fontScale="90000"/>
          </a:bodyPr>
          <a:lstStyle/>
          <a:p>
            <a:r>
              <a:rPr lang="es-CO" b="1" noProof="0"/>
              <a:t>Proyecto electrolineras 2026 UIS</a:t>
            </a:r>
            <a:endParaRPr lang="es-CO" noProof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E4D56C-925B-8C8F-8CCC-6DBCC6C6F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35296" y="737240"/>
            <a:ext cx="6687312" cy="1393912"/>
          </a:xfrm>
        </p:spPr>
        <p:txBody>
          <a:bodyPr>
            <a:normAutofit fontScale="85000" lnSpcReduction="10000"/>
          </a:bodyPr>
          <a:lstStyle/>
          <a:p>
            <a:r>
              <a:rPr lang="es-CO" noProof="0"/>
              <a:t>Angel Camilo Pachon Padilla - 2253607</a:t>
            </a:r>
          </a:p>
          <a:p>
            <a:r>
              <a:rPr lang="es-CO" noProof="0"/>
              <a:t>Samuel Alejandro Fuents Sandoval - 2253360</a:t>
            </a:r>
          </a:p>
          <a:p>
            <a:r>
              <a:rPr lang="es-CO" noProof="0"/>
              <a:t>Breyner Alberto Villamizar Bonilla - 2253353</a:t>
            </a:r>
          </a:p>
          <a:p>
            <a:endParaRPr lang="es-CO" noProof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FA0EB5F-B435-C0F8-D7EE-F707DE27D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980" y="2930762"/>
            <a:ext cx="10384040" cy="31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06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B3B5C2B-7492-6FE3-A2D8-D8762445C7AD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7" b="30601"/>
          <a:stretch>
            <a:fillRect/>
          </a:stretch>
        </p:blipFill>
        <p:spPr>
          <a:xfrm>
            <a:off x="2433848" y="0"/>
            <a:ext cx="73243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958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4A32EE-54A1-5436-B9B7-9192CFE74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013" y="1916"/>
            <a:ext cx="10515600" cy="1127989"/>
          </a:xfrm>
        </p:spPr>
        <p:txBody>
          <a:bodyPr>
            <a:normAutofit/>
          </a:bodyPr>
          <a:lstStyle/>
          <a:p>
            <a:pPr algn="ctr"/>
            <a:r>
              <a:rPr lang="es-CO" sz="3600" b="1" dirty="0">
                <a:solidFill>
                  <a:schemeClr val="bg1"/>
                </a:solidFill>
                <a:latin typeface="OCR-B 10 BT" panose="020B0601020202020204" pitchFamily="34" charset="0"/>
              </a:rPr>
              <a:t>VEHÍCULOS SELECCIONADOS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A227E6E-9A13-5818-EE60-D67183A66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121" y="1173507"/>
            <a:ext cx="5499462" cy="5262585"/>
          </a:xfrm>
          <a:ln>
            <a:solidFill>
              <a:schemeClr val="bg1"/>
            </a:solidFill>
          </a:ln>
          <a:effectLst>
            <a:glow rad="76200">
              <a:schemeClr val="bg1">
                <a:alpha val="2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>
            <a:normAutofit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s-CO" b="1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66"/>
                </a:solidFill>
              </a:rPr>
              <a:t> </a:t>
            </a:r>
            <a:r>
              <a:rPr lang="es-CO" b="1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66"/>
                </a:solidFill>
              </a:rPr>
              <a:t>GAMA ALTA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 BMW i4 eDrive40</a:t>
            </a:r>
          </a:p>
          <a:p>
            <a:pPr marL="0" indent="0">
              <a:buNone/>
            </a:pPr>
            <a:endParaRPr lang="en-US" sz="2000" b="1" dirty="0">
              <a:solidFill>
                <a:srgbClr val="FFFFFF"/>
              </a:solidFill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Autonomía 		</a:t>
            </a:r>
            <a:r>
              <a:rPr lang="es-ES" sz="2000" dirty="0">
                <a:solidFill>
                  <a:srgbClr val="FFFF00"/>
                </a:solidFill>
              </a:rPr>
              <a:t>525 km</a:t>
            </a:r>
            <a:endParaRPr lang="en-US" sz="200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Capacidad batería 	</a:t>
            </a:r>
            <a:r>
              <a:rPr lang="es-ES" sz="2000" dirty="0">
                <a:solidFill>
                  <a:srgbClr val="FFFF00"/>
                </a:solidFill>
              </a:rPr>
              <a:t>81.3 kWh</a:t>
            </a:r>
            <a:endParaRPr lang="en-US" sz="200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Eficiencia 		</a:t>
            </a:r>
            <a:r>
              <a:rPr lang="es-ES" sz="2000" dirty="0">
                <a:solidFill>
                  <a:srgbClr val="FFFF00"/>
                </a:solidFill>
              </a:rPr>
              <a:t>155 Wh/km</a:t>
            </a:r>
            <a:endParaRPr lang="en-US" sz="2000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s-CO" sz="2000" noProof="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502" y="2434188"/>
            <a:ext cx="4434262" cy="2494273"/>
          </a:xfrm>
          <a:prstGeom prst="rect">
            <a:avLst/>
          </a:prstGeom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A227E6E-9A13-5818-EE60-D67183A66D9E}"/>
              </a:ext>
            </a:extLst>
          </p:cNvPr>
          <p:cNvSpPr txBox="1">
            <a:spLocks/>
          </p:cNvSpPr>
          <p:nvPr/>
        </p:nvSpPr>
        <p:spPr>
          <a:xfrm>
            <a:off x="6277781" y="1173507"/>
            <a:ext cx="5499462" cy="5262585"/>
          </a:xfrm>
          <a:prstGeom prst="rect">
            <a:avLst/>
          </a:prstGeom>
          <a:ln>
            <a:solidFill>
              <a:schemeClr val="bg1"/>
            </a:solidFill>
          </a:ln>
          <a:effectLst>
            <a:glow rad="76200">
              <a:schemeClr val="bg1">
                <a:alpha val="2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60000"/>
              </a:lnSpc>
              <a:buNone/>
            </a:pPr>
            <a:r>
              <a:rPr lang="es-CO" b="1" dirty="0">
                <a:solidFill>
                  <a:srgbClr val="2C98B2"/>
                </a:solidFill>
              </a:rPr>
              <a:t> GAMA BAJA</a:t>
            </a:r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 Nissan LEAF Standard Range 52 kWh    (MY26)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Autonomía  	 	</a:t>
            </a:r>
            <a:r>
              <a:rPr lang="es-ES" sz="2000" dirty="0">
                <a:solidFill>
                  <a:srgbClr val="33B0CD"/>
                </a:solidFill>
              </a:rPr>
              <a:t>330 km</a:t>
            </a:r>
            <a:endParaRPr lang="en-US" sz="2000" dirty="0">
              <a:solidFill>
                <a:srgbClr val="33B0CD"/>
              </a:solidFill>
            </a:endParaRPr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Capacidad batería 	</a:t>
            </a:r>
            <a:r>
              <a:rPr lang="es-ES" sz="2000" dirty="0">
                <a:solidFill>
                  <a:srgbClr val="33B0CD"/>
                </a:solidFill>
              </a:rPr>
              <a:t>52.9 kWh</a:t>
            </a:r>
            <a:endParaRPr lang="en-US" sz="2000" dirty="0">
              <a:solidFill>
                <a:srgbClr val="33B0CD"/>
              </a:solidFill>
            </a:endParaRPr>
          </a:p>
          <a:p>
            <a:pPr marL="0" indent="0">
              <a:buNone/>
            </a:pPr>
            <a:r>
              <a:rPr lang="es-ES" sz="2000" dirty="0">
                <a:solidFill>
                  <a:srgbClr val="FFFFFF"/>
                </a:solidFill>
              </a:rPr>
              <a:t>  Eficiencia	 	</a:t>
            </a:r>
            <a:r>
              <a:rPr lang="es-ES" sz="2000" dirty="0">
                <a:solidFill>
                  <a:srgbClr val="33B0CD"/>
                </a:solidFill>
              </a:rPr>
              <a:t>160 Wh/km</a:t>
            </a:r>
            <a:endParaRPr lang="en-US" sz="2000" dirty="0">
              <a:solidFill>
                <a:srgbClr val="33B0CD"/>
              </a:solidFill>
            </a:endParaRPr>
          </a:p>
          <a:p>
            <a:pPr marL="0" indent="0">
              <a:buNone/>
            </a:pPr>
            <a:endParaRPr lang="es-CO" sz="1800" dirty="0"/>
          </a:p>
        </p:txBody>
      </p:sp>
      <p:pic>
        <p:nvPicPr>
          <p:cNvPr id="1030" name="Picture 6" descr="https://ev-database.org/img/auto/Nissan_LEAF_2026/Nissan_LEAF_2026-01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0381" y="2499070"/>
            <a:ext cx="4434262" cy="2494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8" descr="&lt;svg xmlns=&quot;http://www.w3.org/2000/svg&quot; height=&quot;24px&quot; viewBox=&quot;0 -960 960 960&quot; width=&quot;24px&quot; fill=&quot;#e3e3e3&quot;&gt;&lt;path d=&quot;M160-160v-640h80v640h-80Zm280 0v-160h80v160h-80Zm280 0v-640h80v640h-80ZM440-400v-160h80v160h-80Zm0-240v-160h80v160h-80Z&quot;/&gt;&lt;/svg&gt;"/>
          <p:cNvSpPr>
            <a:spLocks noChangeAspect="1" noChangeArrowheads="1"/>
          </p:cNvSpPr>
          <p:nvPr/>
        </p:nvSpPr>
        <p:spPr bwMode="auto">
          <a:xfrm>
            <a:off x="155575" y="-136525"/>
            <a:ext cx="228600" cy="22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808" y="5284002"/>
            <a:ext cx="258748" cy="25874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28" y="5632046"/>
            <a:ext cx="258747" cy="258747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737" y="6013329"/>
            <a:ext cx="291691" cy="291691"/>
          </a:xfrm>
          <a:prstGeom prst="rect">
            <a:avLst/>
          </a:prstGeom>
        </p:spPr>
      </p:pic>
      <p:pic>
        <p:nvPicPr>
          <p:cNvPr id="20" name="Imagen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805" y="5303364"/>
            <a:ext cx="258748" cy="258748"/>
          </a:xfrm>
          <a:prstGeom prst="rect">
            <a:avLst/>
          </a:prstGeom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625" y="5682404"/>
            <a:ext cx="258747" cy="258747"/>
          </a:xfrm>
          <a:prstGeom prst="rect">
            <a:avLst/>
          </a:prstGeom>
        </p:spPr>
      </p:pic>
      <p:pic>
        <p:nvPicPr>
          <p:cNvPr id="22" name="Imagen 2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734" y="6063687"/>
            <a:ext cx="291691" cy="291691"/>
          </a:xfrm>
          <a:prstGeom prst="rect">
            <a:avLst/>
          </a:prstGeom>
        </p:spPr>
      </p:pic>
      <p:cxnSp>
        <p:nvCxnSpPr>
          <p:cNvPr id="12" name="Conector recto 11"/>
          <p:cNvCxnSpPr/>
          <p:nvPr/>
        </p:nvCxnSpPr>
        <p:spPr>
          <a:xfrm>
            <a:off x="604808" y="5590688"/>
            <a:ext cx="503536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26"/>
          <p:cNvCxnSpPr/>
          <p:nvPr/>
        </p:nvCxnSpPr>
        <p:spPr>
          <a:xfrm>
            <a:off x="604808" y="5944553"/>
            <a:ext cx="503536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/>
          <p:cNvCxnSpPr/>
          <p:nvPr/>
        </p:nvCxnSpPr>
        <p:spPr>
          <a:xfrm flipV="1">
            <a:off x="4105841" y="5246574"/>
            <a:ext cx="0" cy="10584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/>
          <p:cNvCxnSpPr/>
          <p:nvPr/>
        </p:nvCxnSpPr>
        <p:spPr>
          <a:xfrm>
            <a:off x="6422776" y="5630888"/>
            <a:ext cx="503536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38"/>
          <p:cNvCxnSpPr/>
          <p:nvPr/>
        </p:nvCxnSpPr>
        <p:spPr>
          <a:xfrm>
            <a:off x="6422776" y="5984753"/>
            <a:ext cx="503536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cto 39"/>
          <p:cNvCxnSpPr/>
          <p:nvPr/>
        </p:nvCxnSpPr>
        <p:spPr>
          <a:xfrm flipV="1">
            <a:off x="9923809" y="5286774"/>
            <a:ext cx="0" cy="10584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" name="Imagen 32"/>
          <p:cNvPicPr>
            <a:picLocks noChangeAspect="1"/>
          </p:cNvPicPr>
          <p:nvPr/>
        </p:nvPicPr>
        <p:blipFill>
          <a:blip r:embed="rId8" cstate="hq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341" y="1400071"/>
            <a:ext cx="562544" cy="562544"/>
          </a:xfrm>
          <a:prstGeom prst="rect">
            <a:avLst/>
          </a:prstGeom>
        </p:spPr>
      </p:pic>
      <p:pic>
        <p:nvPicPr>
          <p:cNvPr id="34" name="Imagen 33"/>
          <p:cNvPicPr>
            <a:picLocks noChangeAspect="1"/>
          </p:cNvPicPr>
          <p:nvPr/>
        </p:nvPicPr>
        <p:blipFill>
          <a:blip r:embed="rId10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730" y="1305960"/>
            <a:ext cx="834913" cy="557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541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84055" y="110309"/>
            <a:ext cx="5452872" cy="581889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rgbClr val="232629"/>
                </a:solidFill>
                <a:latin typeface="OCR-B 10 BT" panose="020B0601020202020204" pitchFamily="34" charset="0"/>
              </a:rPr>
              <a:t>PSEUDOCÓDIGO</a:t>
            </a:r>
            <a:endParaRPr lang="en-US" b="1" dirty="0">
              <a:solidFill>
                <a:srgbClr val="232629"/>
              </a:solidFill>
              <a:latin typeface="OCR-B 10 BT" panose="020B0601020202020204" pitchFamily="34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9972" y="764768"/>
            <a:ext cx="11238970" cy="5868787"/>
          </a:xfrm>
          <a:solidFill>
            <a:srgbClr val="232629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" sz="1200" b="1" u="sng" dirty="0">
                <a:solidFill>
                  <a:schemeClr val="bg1"/>
                </a:solidFill>
              </a:rPr>
              <a:t>Inicio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Cargar mapa de Bucaramanga.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1.1</a:t>
            </a:r>
            <a:r>
              <a:rPr lang="es-ES" sz="1200" dirty="0">
                <a:solidFill>
                  <a:schemeClr val="bg1"/>
                </a:solidFill>
              </a:rPr>
              <a:t> Cargar nodos en el mapa.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2. </a:t>
            </a:r>
            <a:r>
              <a:rPr lang="es-ES" sz="1200" dirty="0">
                <a:solidFill>
                  <a:schemeClr val="bg1"/>
                </a:solidFill>
              </a:rPr>
              <a:t>Registrar vehículos seleccionados.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2.1</a:t>
            </a:r>
            <a:r>
              <a:rPr lang="es-ES" sz="1200" dirty="0">
                <a:solidFill>
                  <a:schemeClr val="bg1"/>
                </a:solidFill>
              </a:rPr>
              <a:t> Registrar consumo de kWh por km, capacidad de batería y gama).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3. </a:t>
            </a:r>
            <a:r>
              <a:rPr lang="es-ES" sz="1200" dirty="0">
                <a:solidFill>
                  <a:schemeClr val="bg1"/>
                </a:solidFill>
              </a:rPr>
              <a:t>Ejecutar simulación (esto para cada automóvil).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3.1</a:t>
            </a:r>
            <a:r>
              <a:rPr lang="es-ES" sz="1200" dirty="0">
                <a:solidFill>
                  <a:schemeClr val="bg1"/>
                </a:solidFill>
              </a:rPr>
              <a:t> Iniciamos el registro de los contadores de recargas y electrolineras visitadas. 			  		</a:t>
            </a:r>
            <a:r>
              <a:rPr lang="es-ES" sz="1200" dirty="0">
                <a:solidFill>
                  <a:srgbClr val="F3700D"/>
                </a:solidFill>
              </a:rPr>
              <a:t>3.1.1</a:t>
            </a:r>
            <a:r>
              <a:rPr lang="es-ES" sz="1200" dirty="0">
                <a:solidFill>
                  <a:schemeClr val="bg1"/>
                </a:solidFill>
              </a:rPr>
              <a:t> También iniciamos el acumulador del porcentaje de la batería (desde el 100%)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3.2</a:t>
            </a:r>
            <a:r>
              <a:rPr lang="es-ES" sz="1200" dirty="0">
                <a:solidFill>
                  <a:schemeClr val="bg1"/>
                </a:solidFill>
              </a:rPr>
              <a:t> Ingresamos una posición inicial y un destino.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3.3</a:t>
            </a:r>
            <a:r>
              <a:rPr lang="es-ES" sz="1200" dirty="0">
                <a:solidFill>
                  <a:schemeClr val="bg1"/>
                </a:solidFill>
              </a:rPr>
              <a:t> Simulamos rutas pasado por nuestro puntos iniciales y destinos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3.4</a:t>
            </a:r>
            <a:r>
              <a:rPr lang="es-ES" sz="1200" dirty="0">
                <a:solidFill>
                  <a:schemeClr val="bg1"/>
                </a:solidFill>
              </a:rPr>
              <a:t> Antes de que el vehículo pase por el punto de destino evaluamos y actualizamos el porcentaje de la batería 	según el 	consumo por km 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	</a:t>
            </a:r>
            <a:r>
              <a:rPr lang="es-ES" sz="1200" dirty="0">
                <a:solidFill>
                  <a:srgbClr val="F3700D"/>
                </a:solidFill>
              </a:rPr>
              <a:t>3.4.1</a:t>
            </a:r>
            <a:r>
              <a:rPr lang="es-ES" sz="1200" dirty="0">
                <a:solidFill>
                  <a:schemeClr val="bg1"/>
                </a:solidFill>
              </a:rPr>
              <a:t> Si la batería es menor o igual al 20% desviamos hacia la electrolinera mas cercana.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</a:t>
            </a:r>
            <a:r>
              <a:rPr lang="es-ES" sz="1200" dirty="0">
                <a:solidFill>
                  <a:srgbClr val="FFFF00"/>
                </a:solidFill>
              </a:rPr>
              <a:t>3.5</a:t>
            </a:r>
            <a:r>
              <a:rPr lang="es-ES" sz="1200" dirty="0">
                <a:solidFill>
                  <a:schemeClr val="bg1"/>
                </a:solidFill>
              </a:rPr>
              <a:t> Después que el vehículo pase por un punto de destino volvemos a evaluar y actualizar</a:t>
            </a:r>
          </a:p>
          <a:p>
            <a:pPr marL="0" indent="0">
              <a:buNone/>
            </a:pPr>
            <a:r>
              <a:rPr lang="es-ES" sz="1200" dirty="0">
                <a:solidFill>
                  <a:schemeClr val="bg1"/>
                </a:solidFill>
              </a:rPr>
              <a:t>		</a:t>
            </a:r>
            <a:r>
              <a:rPr lang="es-ES" sz="1200" dirty="0">
                <a:solidFill>
                  <a:srgbClr val="F3700D"/>
                </a:solidFill>
              </a:rPr>
              <a:t>3.5.1</a:t>
            </a:r>
            <a:r>
              <a:rPr lang="es-ES" sz="1200" dirty="0">
                <a:solidFill>
                  <a:schemeClr val="bg1"/>
                </a:solidFill>
              </a:rPr>
              <a:t> Si la batería es mayor a 20% redirigir la ruta al siguiente punto de destino.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4. </a:t>
            </a:r>
            <a:r>
              <a:rPr lang="es-ES" sz="1200" dirty="0">
                <a:solidFill>
                  <a:schemeClr val="bg1"/>
                </a:solidFill>
              </a:rPr>
              <a:t>Ahora registraremos los datos de la simulación como puntos de carga visitados, consumo acumulado de kWh y los km recorridos.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5. </a:t>
            </a:r>
            <a:r>
              <a:rPr lang="es-ES" sz="1200" dirty="0">
                <a:solidFill>
                  <a:schemeClr val="bg1"/>
                </a:solidFill>
              </a:rPr>
              <a:t>Analizamos y ordenamos nuestros registros para nuestras estadísticas.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6.</a:t>
            </a:r>
            <a:r>
              <a:rPr lang="es-ES" sz="1200" dirty="0">
                <a:solidFill>
                  <a:schemeClr val="bg1"/>
                </a:solidFill>
              </a:rPr>
              <a:t> Ahora entrenaremos un modelo de Machine Learning.</a:t>
            </a:r>
          </a:p>
          <a:p>
            <a:pPr marL="0" indent="0">
              <a:buNone/>
            </a:pPr>
            <a:r>
              <a:rPr lang="es-ES" sz="1200" dirty="0">
                <a:solidFill>
                  <a:srgbClr val="33B0CD"/>
                </a:solidFill>
              </a:rPr>
              <a:t>7. </a:t>
            </a:r>
            <a:r>
              <a:rPr lang="es-ES" sz="1200" dirty="0">
                <a:solidFill>
                  <a:schemeClr val="bg1"/>
                </a:solidFill>
              </a:rPr>
              <a:t>Visualizamos resultado de la predicción de puntos óptimos para más electrolineras. </a:t>
            </a:r>
          </a:p>
          <a:p>
            <a:pPr marL="0" indent="0">
              <a:buNone/>
            </a:pPr>
            <a:r>
              <a:rPr lang="es-ES" sz="1200" b="1" u="sng" dirty="0">
                <a:solidFill>
                  <a:schemeClr val="bg1"/>
                </a:solidFill>
              </a:rPr>
              <a:t>Fin</a:t>
            </a:r>
            <a:endParaRPr lang="en-US" sz="1200" b="1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814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F7CE7D-7A6B-9169-6C82-7FC063894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555" y="365125"/>
            <a:ext cx="1715730" cy="1350143"/>
          </a:xfrm>
        </p:spPr>
        <p:txBody>
          <a:bodyPr/>
          <a:lstStyle/>
          <a:p>
            <a:r>
              <a:rPr lang="es-CO"/>
              <a:t>Menú</a:t>
            </a:r>
            <a:endParaRPr lang="en-US"/>
          </a:p>
        </p:txBody>
      </p:sp>
      <p:pic>
        <p:nvPicPr>
          <p:cNvPr id="4" name="Content Placeholder 3" descr="A black screen with red and white text&#10;&#10;AI-generated content may be incorrect.">
            <a:extLst>
              <a:ext uri="{FF2B5EF4-FFF2-40B4-BE49-F238E27FC236}">
                <a16:creationId xmlns:a16="http://schemas.microsoft.com/office/drawing/2014/main" id="{14A9C93C-D72D-A669-945F-10695DD36E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0479" y="1928686"/>
            <a:ext cx="3438525" cy="1343025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90D2211-A399-9D70-0695-D33B4D142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477" y="3586623"/>
            <a:ext cx="3434530" cy="1343946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92D6947-31EA-ABDD-97A1-3A3E7EE17B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866" y="1376209"/>
            <a:ext cx="4187621" cy="51625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F94A03-05A2-2BBB-5738-2C01A27A53F7}"/>
              </a:ext>
            </a:extLst>
          </p:cNvPr>
          <p:cNvSpPr txBox="1"/>
          <p:nvPr/>
        </p:nvSpPr>
        <p:spPr>
          <a:xfrm>
            <a:off x="7198314" y="567049"/>
            <a:ext cx="280727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latin typeface="Aptos Display"/>
              </a:rPr>
              <a:t>Python </a:t>
            </a:r>
            <a:r>
              <a:rPr lang="en-US" sz="3600" dirty="0" err="1">
                <a:latin typeface="Aptos Display"/>
              </a:rPr>
              <a:t>Menú</a:t>
            </a:r>
            <a:endParaRPr lang="en-US" sz="3600" dirty="0"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4204334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8CBDB4A-A573-F5A2-72E2-CE45975B49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87203" y="0"/>
            <a:ext cx="3617595" cy="6858000"/>
          </a:xfrm>
          <a:prstGeom prst="rect">
            <a:avLst/>
          </a:prstGeom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08496" y="0"/>
            <a:ext cx="1983504" cy="68580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2721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Presentacion_28</Template>
  <TotalTime>109</TotalTime>
  <Words>217</Words>
  <Application>Microsoft Office PowerPoint</Application>
  <PresentationFormat>Widescreen</PresentationFormat>
  <Paragraphs>83</Paragraphs>
  <Slides>6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Tema de Office</vt:lpstr>
      <vt:lpstr>Proyecto electrolineras 2026 UIS</vt:lpstr>
      <vt:lpstr>PowerPoint Presentation</vt:lpstr>
      <vt:lpstr>VEHÍCULOS SELECCIONADOS</vt:lpstr>
      <vt:lpstr>PSEUDOCÓDIGO</vt:lpstr>
      <vt:lpstr>Menú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electrolineras 2026 UIS</dc:title>
  <dc:creator>angel pachon</dc:creator>
  <cp:lastModifiedBy>Alejandro F</cp:lastModifiedBy>
  <cp:revision>41</cp:revision>
  <dcterms:created xsi:type="dcterms:W3CDTF">2026-04-24T23:03:39Z</dcterms:created>
  <dcterms:modified xsi:type="dcterms:W3CDTF">2026-04-28T12:12:33Z</dcterms:modified>
</cp:coreProperties>
</file>