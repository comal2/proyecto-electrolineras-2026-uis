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B1DE4-5DC2-527B-9638-5A1540CB1971}" v="6" dt="2026-04-24T23:20:02.839"/>
    <p1510:client id="{AE3AA901-9F19-40B7-A5B6-01BBEEBF7F38}" v="777" dt="2026-04-25T16:45:16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145" autoAdjust="0"/>
  </p:normalViewPr>
  <p:slideViewPr>
    <p:cSldViewPr snapToGrid="0">
      <p:cViewPr varScale="1">
        <p:scale>
          <a:sx n="88" d="100"/>
          <a:sy n="88" d="100"/>
        </p:scale>
        <p:origin x="14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 pachon" userId="0eb516f35fe8c6c4" providerId="LiveId" clId="{4E9C4C6E-5D02-4BAA-B4CA-51DAB7DA871D}"/>
    <pc:docChg chg="undo custSel addSld modSld">
      <pc:chgData name="angel pachon" userId="0eb516f35fe8c6c4" providerId="LiveId" clId="{4E9C4C6E-5D02-4BAA-B4CA-51DAB7DA871D}" dt="2026-04-25T16:45:12.104" v="901" actId="20577"/>
      <pc:docMkLst>
        <pc:docMk/>
      </pc:docMkLst>
      <pc:sldChg chg="addSp modSp mod modNotesTx">
        <pc:chgData name="angel pachon" userId="0eb516f35fe8c6c4" providerId="LiveId" clId="{4E9C4C6E-5D02-4BAA-B4CA-51DAB7DA871D}" dt="2026-04-25T16:45:12.104" v="901" actId="20577"/>
        <pc:sldMkLst>
          <pc:docMk/>
          <pc:sldMk cId="1444061329" sldId="256"/>
        </pc:sldMkLst>
        <pc:spChg chg="mod">
          <ac:chgData name="angel pachon" userId="0eb516f35fe8c6c4" providerId="LiveId" clId="{4E9C4C6E-5D02-4BAA-B4CA-51DAB7DA871D}" dt="2026-04-25T16:43:00.454" v="894" actId="1076"/>
          <ac:spMkLst>
            <pc:docMk/>
            <pc:sldMk cId="1444061329" sldId="256"/>
            <ac:spMk id="2" creationId="{D552A4AE-2A92-F91C-E795-6C409BD511B2}"/>
          </ac:spMkLst>
        </pc:spChg>
        <pc:spChg chg="mod">
          <ac:chgData name="angel pachon" userId="0eb516f35fe8c6c4" providerId="LiveId" clId="{4E9C4C6E-5D02-4BAA-B4CA-51DAB7DA871D}" dt="2026-04-25T16:43:03.446" v="895" actId="1076"/>
          <ac:spMkLst>
            <pc:docMk/>
            <pc:sldMk cId="1444061329" sldId="256"/>
            <ac:spMk id="3" creationId="{4DE4D56C-925B-8C8F-8CCC-6DBCC6C6F9D3}"/>
          </ac:spMkLst>
        </pc:spChg>
        <pc:picChg chg="add mod">
          <ac:chgData name="angel pachon" userId="0eb516f35fe8c6c4" providerId="LiveId" clId="{4E9C4C6E-5D02-4BAA-B4CA-51DAB7DA871D}" dt="2026-04-25T16:43:12.149" v="899" actId="1076"/>
          <ac:picMkLst>
            <pc:docMk/>
            <pc:sldMk cId="1444061329" sldId="256"/>
            <ac:picMk id="5" creationId="{5FA0EB5F-B435-C0F8-D7EE-F707DE27D8E9}"/>
          </ac:picMkLst>
        </pc:picChg>
      </pc:sldChg>
      <pc:sldChg chg="modSp new mod modNotesTx">
        <pc:chgData name="angel pachon" userId="0eb516f35fe8c6c4" providerId="LiveId" clId="{4E9C4C6E-5D02-4BAA-B4CA-51DAB7DA871D}" dt="2026-04-25T16:42:34.976" v="889" actId="790"/>
        <pc:sldMkLst>
          <pc:docMk/>
          <pc:sldMk cId="641958414" sldId="257"/>
        </pc:sldMkLst>
        <pc:spChg chg="mod">
          <ac:chgData name="angel pachon" userId="0eb516f35fe8c6c4" providerId="LiveId" clId="{4E9C4C6E-5D02-4BAA-B4CA-51DAB7DA871D}" dt="2026-04-25T16:42:34.976" v="889" actId="790"/>
          <ac:spMkLst>
            <pc:docMk/>
            <pc:sldMk cId="641958414" sldId="257"/>
            <ac:spMk id="2" creationId="{9CD4B736-F38C-3138-77AD-E2AE017918BF}"/>
          </ac:spMkLst>
        </pc:spChg>
        <pc:spChg chg="mod">
          <ac:chgData name="angel pachon" userId="0eb516f35fe8c6c4" providerId="LiveId" clId="{4E9C4C6E-5D02-4BAA-B4CA-51DAB7DA871D}" dt="2026-04-25T16:42:34.976" v="889" actId="790"/>
          <ac:spMkLst>
            <pc:docMk/>
            <pc:sldMk cId="641958414" sldId="257"/>
            <ac:spMk id="3" creationId="{D8FFA470-2AF8-BFA4-4954-3FCAD0B65854}"/>
          </ac:spMkLst>
        </pc:spChg>
      </pc:sldChg>
      <pc:sldChg chg="modSp new mod modNotesTx">
        <pc:chgData name="angel pachon" userId="0eb516f35fe8c6c4" providerId="LiveId" clId="{4E9C4C6E-5D02-4BAA-B4CA-51DAB7DA871D}" dt="2026-04-25T16:42:34.976" v="889" actId="790"/>
        <pc:sldMkLst>
          <pc:docMk/>
          <pc:sldMk cId="3828541120" sldId="258"/>
        </pc:sldMkLst>
        <pc:spChg chg="mod">
          <ac:chgData name="angel pachon" userId="0eb516f35fe8c6c4" providerId="LiveId" clId="{4E9C4C6E-5D02-4BAA-B4CA-51DAB7DA871D}" dt="2026-04-25T16:42:34.976" v="889" actId="790"/>
          <ac:spMkLst>
            <pc:docMk/>
            <pc:sldMk cId="3828541120" sldId="258"/>
            <ac:spMk id="2" creationId="{594A32EE-54A1-5436-B9B7-9192CFE74449}"/>
          </ac:spMkLst>
        </pc:spChg>
        <pc:spChg chg="mod">
          <ac:chgData name="angel pachon" userId="0eb516f35fe8c6c4" providerId="LiveId" clId="{4E9C4C6E-5D02-4BAA-B4CA-51DAB7DA871D}" dt="2026-04-25T16:42:34.976" v="889" actId="790"/>
          <ac:spMkLst>
            <pc:docMk/>
            <pc:sldMk cId="3828541120" sldId="258"/>
            <ac:spMk id="3" creationId="{0A227E6E-9A13-5818-EE60-D67183A66D9E}"/>
          </ac:spMkLst>
        </pc:spChg>
      </pc:sldChg>
      <pc:sldChg chg="modSp new mod modNotesTx">
        <pc:chgData name="angel pachon" userId="0eb516f35fe8c6c4" providerId="LiveId" clId="{4E9C4C6E-5D02-4BAA-B4CA-51DAB7DA871D}" dt="2026-04-25T16:42:34.976" v="889" actId="790"/>
        <pc:sldMkLst>
          <pc:docMk/>
          <pc:sldMk cId="4204334135" sldId="259"/>
        </pc:sldMkLst>
        <pc:spChg chg="mod">
          <ac:chgData name="angel pachon" userId="0eb516f35fe8c6c4" providerId="LiveId" clId="{4E9C4C6E-5D02-4BAA-B4CA-51DAB7DA871D}" dt="2026-04-25T16:42:34.976" v="889" actId="790"/>
          <ac:spMkLst>
            <pc:docMk/>
            <pc:sldMk cId="4204334135" sldId="259"/>
            <ac:spMk id="2" creationId="{85F7CE7D-7A6B-9169-6C82-7FC063894327}"/>
          </ac:spMkLst>
        </pc:spChg>
        <pc:spChg chg="mod">
          <ac:chgData name="angel pachon" userId="0eb516f35fe8c6c4" providerId="LiveId" clId="{4E9C4C6E-5D02-4BAA-B4CA-51DAB7DA871D}" dt="2026-04-25T16:42:34.976" v="889" actId="790"/>
          <ac:spMkLst>
            <pc:docMk/>
            <pc:sldMk cId="4204334135" sldId="259"/>
            <ac:spMk id="3" creationId="{FD04D73B-554F-BB8F-D43F-7AFC4C3F0263}"/>
          </ac:spMkLst>
        </pc:spChg>
      </pc:sldChg>
      <pc:sldChg chg="modSp new mod modNotesTx">
        <pc:chgData name="angel pachon" userId="0eb516f35fe8c6c4" providerId="LiveId" clId="{4E9C4C6E-5D02-4BAA-B4CA-51DAB7DA871D}" dt="2026-04-25T16:42:34.976" v="889" actId="790"/>
        <pc:sldMkLst>
          <pc:docMk/>
          <pc:sldMk cId="4002272111" sldId="260"/>
        </pc:sldMkLst>
        <pc:spChg chg="mod">
          <ac:chgData name="angel pachon" userId="0eb516f35fe8c6c4" providerId="LiveId" clId="{4E9C4C6E-5D02-4BAA-B4CA-51DAB7DA871D}" dt="2026-04-25T16:42:34.976" v="889" actId="790"/>
          <ac:spMkLst>
            <pc:docMk/>
            <pc:sldMk cId="4002272111" sldId="260"/>
            <ac:spMk id="2" creationId="{F823D8FA-59C8-FDAB-705C-7A57FB244898}"/>
          </ac:spMkLst>
        </pc:spChg>
        <pc:spChg chg="mod">
          <ac:chgData name="angel pachon" userId="0eb516f35fe8c6c4" providerId="LiveId" clId="{4E9C4C6E-5D02-4BAA-B4CA-51DAB7DA871D}" dt="2026-04-25T16:42:34.976" v="889" actId="790"/>
          <ac:spMkLst>
            <pc:docMk/>
            <pc:sldMk cId="4002272111" sldId="260"/>
            <ac:spMk id="3" creationId="{23F1C2CE-91D4-BA9C-C304-66FB93E32018}"/>
          </ac:spMkLst>
        </pc:spChg>
      </pc:sldChg>
    </pc:docChg>
  </pc:docChgLst>
  <pc:docChgLst>
    <pc:chgData name="Guest User" providerId="Windows Live" clId="Web-{016B1DE4-5DC2-527B-9638-5A1540CB1971}"/>
    <pc:docChg chg="modSld">
      <pc:chgData name="Guest User" userId="" providerId="Windows Live" clId="Web-{016B1DE4-5DC2-527B-9638-5A1540CB1971}" dt="2026-04-24T23:20:02.839" v="5"/>
      <pc:docMkLst>
        <pc:docMk/>
      </pc:docMkLst>
      <pc:sldChg chg="mod modShow">
        <pc:chgData name="Guest User" userId="" providerId="Windows Live" clId="Web-{016B1DE4-5DC2-527B-9638-5A1540CB1971}" dt="2026-04-24T23:20:02.839" v="5"/>
        <pc:sldMkLst>
          <pc:docMk/>
          <pc:sldMk cId="382854112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0FFDC9-07DD-4BC0-A0D8-474DE53249CA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6E82D-2917-4AE4-947D-27FCFBBBBB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15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Portada</a:t>
            </a:r>
          </a:p>
          <a:p>
            <a:r>
              <a:rPr lang="es-MX" dirty="0"/>
              <a:t>Titulo del repositorio de GitHub</a:t>
            </a:r>
          </a:p>
          <a:p>
            <a:r>
              <a:rPr lang="es-MX" dirty="0"/>
              <a:t>Fecha de el martes que se presenta esto</a:t>
            </a:r>
          </a:p>
          <a:p>
            <a:endParaRPr lang="es-MX" dirty="0"/>
          </a:p>
          <a:p>
            <a:r>
              <a:rPr lang="es-MX" dirty="0"/>
              <a:t>Yo (angel) presento, OBEJTIVO</a:t>
            </a:r>
            <a:r>
              <a:rPr lang="es-MX"/>
              <a:t>: El objetivo final es usar inteligencia artificial para saber dónde hace falta construir más electrolineras</a:t>
            </a:r>
            <a:endParaRPr lang="es-MX" dirty="0"/>
          </a:p>
          <a:p>
            <a:endParaRPr lang="es-MX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6E82D-2917-4AE4-947D-27FCFBBBBB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11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Yo (angel)</a:t>
            </a:r>
            <a:br>
              <a:rPr lang="es-MX"/>
            </a:br>
            <a:endParaRPr lang="es-MX"/>
          </a:p>
          <a:p>
            <a:r>
              <a:rPr lang="es-MX"/>
              <a:t>Foto del mapa y/o grafos</a:t>
            </a:r>
          </a:p>
          <a:p>
            <a:endParaRPr lang="es-MX"/>
          </a:p>
          <a:p>
            <a:r>
              <a:rPr lang="es-MX"/>
              <a:t>Decir: esto es una simulación de </a:t>
            </a:r>
            <a:r>
              <a:rPr lang="es-MX" err="1"/>
              <a:t>vehivulos</a:t>
            </a:r>
            <a:r>
              <a:rPr lang="es-MX"/>
              <a:t> electrónico, hacer una </a:t>
            </a:r>
            <a:r>
              <a:rPr lang="es-MX" err="1"/>
              <a:t>ia</a:t>
            </a:r>
            <a:r>
              <a:rPr lang="es-MX"/>
              <a:t>  para saber donde construir electrolinera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6E82D-2917-4AE4-947D-27FCFBBBBB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04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Samuel</a:t>
            </a:r>
          </a:p>
          <a:p>
            <a:endParaRPr lang="es-MX"/>
          </a:p>
          <a:p>
            <a:r>
              <a:rPr lang="es-MX"/>
              <a:t>Vehiculas y la lógica</a:t>
            </a:r>
          </a:p>
          <a:p>
            <a:endParaRPr lang="es-MX"/>
          </a:p>
          <a:p>
            <a:r>
              <a:rPr lang="es-MX"/>
              <a:t>Fotos de los </a:t>
            </a:r>
            <a:r>
              <a:rPr lang="es-MX" err="1"/>
              <a:t>veicuhlas</a:t>
            </a:r>
            <a:r>
              <a:rPr lang="es-MX"/>
              <a:t> seleccionados (puede contener las </a:t>
            </a:r>
            <a:r>
              <a:rPr lang="es-MX" err="1"/>
              <a:t>epsesificacion</a:t>
            </a:r>
            <a:r>
              <a:rPr lang="es-MX"/>
              <a:t>= imagen de json del </a:t>
            </a:r>
            <a:r>
              <a:rPr lang="es-MX" err="1"/>
              <a:t>github</a:t>
            </a:r>
            <a:r>
              <a:rPr lang="es-MX"/>
              <a:t> o una tabla propia)</a:t>
            </a:r>
          </a:p>
          <a:p>
            <a:endParaRPr lang="es-MX"/>
          </a:p>
          <a:p>
            <a:r>
              <a:rPr lang="es-MX"/>
              <a:t>Una explicación básica del </a:t>
            </a:r>
            <a:r>
              <a:rPr lang="es-MX" err="1"/>
              <a:t>pseudocodigo</a:t>
            </a:r>
            <a:r>
              <a:rPr lang="es-MX"/>
              <a:t> PERO mas la lógica detrás, puede poner un diagrama de flujo para mejor </a:t>
            </a:r>
            <a:r>
              <a:rPr lang="es-MX" err="1"/>
              <a:t>visualisacion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6E82D-2917-4AE4-947D-27FCFBBBBB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75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Breyner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menu (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puede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sacar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dogico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explicara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debria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opcion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6E82D-2917-4AE4-947D-27FCFBBBBB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26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Yo (ANGEL)</a:t>
            </a:r>
          </a:p>
          <a:p>
            <a:endParaRPr lang="es-MX"/>
          </a:p>
          <a:p>
            <a:r>
              <a:rPr lang="es-MX"/>
              <a:t>Una imagen de </a:t>
            </a:r>
            <a:r>
              <a:rPr lang="es-MX" err="1"/>
              <a:t>git</a:t>
            </a:r>
            <a:r>
              <a:rPr lang="es-MX"/>
              <a:t> </a:t>
            </a:r>
            <a:r>
              <a:rPr lang="es-MX" err="1"/>
              <a:t>grapf</a:t>
            </a:r>
            <a:endParaRPr lang="es-MX"/>
          </a:p>
          <a:p>
            <a:endParaRPr lang="es-MX"/>
          </a:p>
          <a:p>
            <a:r>
              <a:rPr lang="es-MX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conectar las calles con un algoritmo de rutas, poner a rodar los carros para generar los datos, y entrenar el modelo de IA. </a:t>
            </a:r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16E82D-2917-4AE4-947D-27FCFBBBBB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15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EEE10-2A08-C72F-D0C1-37E46B742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E2D61B-52D9-D40C-00C1-61D796C76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AAD7C3-1F9B-4DEF-AC66-CAF48D47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E05D-681E-4B57-9BB5-07E6A38898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0E737C-778F-4639-3D87-337A45D6E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5A9204-8D9A-F178-1A76-D362C391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9011-B345-49C6-828F-BBECDC734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00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11633-1CFB-4F97-2184-E0CC17C1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83E133-2EE9-7646-A382-0714AD2EA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419146-3A53-E280-0DB6-7D85D326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E05D-681E-4B57-9BB5-07E6A38898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5B0D3B-3D11-721B-AE87-31636EF2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7E9316-5B2E-1057-63BD-20A9DCC6C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9011-B345-49C6-828F-BBECDC734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77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1E90B-C25E-00E7-8CCB-EB2EF87DD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25C5CB-EA2E-A7C0-C842-D4718D122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4AFE93-41F2-6B20-2E43-3308612CE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E05D-681E-4B57-9BB5-07E6A38898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2A8179-7BF0-38C4-21B3-AF1877DD2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57770E-156F-8BB2-E170-A12F1623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9011-B345-49C6-828F-BBECDC734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32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530A0-8B37-1EF5-11E8-4B2BC75D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17EF8D-7169-D6BF-19AB-D851BBECC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52FE3D-0969-873F-64C1-4A807B33C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8966F2-C98F-504A-CB07-24C5F3BE1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E05D-681E-4B57-9BB5-07E6A38898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8FB050-327C-BB8E-FAE1-26D14E42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BFE125-FAD0-B9D8-7B0D-A849F09C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9011-B345-49C6-828F-BBECDC734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4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64AC5-556B-B45B-7D14-B4C4B5721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965822-E16D-A2D2-FDDB-1BEC51C22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45D425-8963-8560-F89D-F817946EE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60749B-4F2D-367A-0730-274C8B74B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72C44BD-1412-7BDB-DD5B-1BC3041A8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2A4A391-E2C9-E001-9653-231FEB4E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E05D-681E-4B57-9BB5-07E6A38898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C8A3286-B95C-4687-D9D2-6EEC73454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0C3F67-D5E3-E218-1C07-2D1475AE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9011-B345-49C6-828F-BBECDC734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6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19860-B5E4-12DD-8EC6-FCB9DE357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51C8435-4F21-5006-5243-81178ABA4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E05D-681E-4B57-9BB5-07E6A38898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54BC596-AEA4-333C-9BF9-1295C333A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5758B4-3D0F-A292-5D0E-FB9EE1F47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9011-B345-49C6-828F-BBECDC734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7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2A2CCD7-2E5C-7144-B144-958AB9E4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E05D-681E-4B57-9BB5-07E6A38898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67B48B4-8181-B07E-84A0-D6222F16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12E0FA-A6EE-68F3-C6D2-6B6552B3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9011-B345-49C6-828F-BBECDC734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55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4BE4B-58E0-DDC7-93C7-D063AA0A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E39DE5-06D8-3E78-0EC7-135D15FAB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371EBD-B8BB-C554-EA2F-E3E23211D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799620-B3D3-CCE0-09E4-5C035404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E05D-681E-4B57-9BB5-07E6A38898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D7ABCD-D370-CCED-7CAC-42E408F7A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C6787E-37BB-D6DE-8688-88C712916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9011-B345-49C6-828F-BBECDC734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92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0802C-561A-2B8E-7425-43C36962F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F98C9BD-8428-A6F6-5DF9-693D46414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F3511C-FBA1-EBD7-8B78-629F0AAF3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C28126-334A-BA3F-AF30-1F41E1D6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E05D-681E-4B57-9BB5-07E6A38898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0E31E6-4D04-84F6-6E47-BFD391654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AA5B90-A3A7-A10A-2CFB-373959DF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9011-B345-49C6-828F-BBECDC734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58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CB0C9-511D-3D91-4977-1978E6CFC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768EE9-F0CB-C259-CBDA-1A9D3F4DB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5F61D5-DF1E-AF66-2108-1107D2CE2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E05D-681E-4B57-9BB5-07E6A38898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762DC-A074-3A33-124C-C05C0F1FA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771FE9-7C8A-AF86-39D4-FC39BC78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9011-B345-49C6-828F-BBECDC734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5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0E7E11-401E-958F-D878-CA183980E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ACAD0B-F869-FC91-5555-0CD3AB58E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6777D6-7B7D-35B1-2C9C-EAC5F769D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1E05D-681E-4B57-9BB5-07E6A38898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A04546-ED6C-703C-E6E2-E2F7D94AA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C57000-519F-2F9D-8871-3421B130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9011-B345-49C6-828F-BBECDC734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4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DD14864-BCD5-0625-4BD4-83B42C6FC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EFD594-D2F3-B5A8-0ECF-B409B21C0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26F772-B371-BE82-5EEA-1EA93A8EE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41E05D-681E-4B57-9BB5-07E6A38898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EB3343-638D-7F88-919E-9B2CAF976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112A25-F485-51D6-C182-093DD0A96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C9011-B345-49C6-828F-BBECDC7347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20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2A4AE-2A92-F91C-E795-6C409BD51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" y="251658"/>
            <a:ext cx="4623816" cy="2222999"/>
          </a:xfrm>
        </p:spPr>
        <p:txBody>
          <a:bodyPr>
            <a:normAutofit fontScale="90000"/>
          </a:bodyPr>
          <a:lstStyle/>
          <a:p>
            <a:r>
              <a:rPr lang="es-CO" b="1" noProof="0" dirty="0"/>
              <a:t>Proyecto electrolineras 2026 UIS</a:t>
            </a:r>
            <a:endParaRPr lang="es-CO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E4D56C-925B-8C8F-8CCC-6DBCC6C6F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5296" y="737240"/>
            <a:ext cx="6687312" cy="1393912"/>
          </a:xfrm>
        </p:spPr>
        <p:txBody>
          <a:bodyPr/>
          <a:lstStyle/>
          <a:p>
            <a:r>
              <a:rPr lang="es-CO" noProof="0" dirty="0"/>
              <a:t>Angel Camilo Pachon Padilla - 2253607</a:t>
            </a:r>
          </a:p>
          <a:p>
            <a:r>
              <a:rPr lang="es-CO" noProof="0" dirty="0"/>
              <a:t>Samuel Alejandro Fuents Sandoval - 2253360</a:t>
            </a:r>
          </a:p>
          <a:p>
            <a:r>
              <a:rPr lang="es-CO" noProof="0" dirty="0"/>
              <a:t>Breyner Alberto Villamizar Bonilla - 2253353</a:t>
            </a:r>
          </a:p>
          <a:p>
            <a:endParaRPr lang="es-CO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A0EB5F-B435-C0F8-D7EE-F707DE27D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80" y="2930762"/>
            <a:ext cx="10384040" cy="318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6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4B736-F38C-3138-77AD-E2AE01791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FFA470-2AF8-BFA4-4954-3FCAD0B65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641958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A32EE-54A1-5436-B9B7-9192CFE7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227E6E-9A13-5818-EE60-D67183A66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3828541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7CE7D-7A6B-9169-6C82-7FC06389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04D73B-554F-BB8F-D43F-7AFC4C3F0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4204334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3D8FA-59C8-FDAB-705C-7A57FB24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F1C2CE-91D4-BA9C-C304-66FB93E3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40022721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Presentacion_28</Template>
  <TotalTime>0</TotalTime>
  <Words>199</Words>
  <Application>Microsoft Office PowerPoint</Application>
  <PresentationFormat>Panorámica</PresentationFormat>
  <Paragraphs>36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Proyecto electrolineras 2026 UIS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pachon</dc:creator>
  <cp:lastModifiedBy>ANGEL CAMILO PACHON PADILLA</cp:lastModifiedBy>
  <cp:revision>1</cp:revision>
  <dcterms:created xsi:type="dcterms:W3CDTF">2026-04-24T23:03:39Z</dcterms:created>
  <dcterms:modified xsi:type="dcterms:W3CDTF">2026-04-25T16:45:39Z</dcterms:modified>
</cp:coreProperties>
</file>