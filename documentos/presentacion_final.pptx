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4708B-82DF-A0DC-CCBD-505C10E13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3D8814-B231-7C8E-0B61-33FAD6022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62ECB1-7449-A69F-4153-30FDDD4C5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49A9FB-9AAE-04EE-3ACE-FDEBDB2A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DCC8D-8EFB-8493-E34D-658E3B49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3049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FEFDB-2A1C-7D72-4F11-A634543D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BA1C20-047D-30D2-8EE9-7E9D81C44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F7DB56-E22F-CE06-A4B7-D8DB21E5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E29A2-5EB3-EAE1-688F-AC5ADC97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C4AF30-DED5-BD1F-55B3-CDF78D6B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94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8B4E6-B4E1-30FF-242E-82BFCAD7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739E59-85F5-EB52-DB04-5716C741B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C8B41-1DCE-5646-334F-843BFEF5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EE052B-F8DD-206E-7D95-44DBE43C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0B4F01-5EFD-6E7F-059B-15F951AE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12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754D7-D787-9600-2E86-5694BAD7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753D1A-A0D1-3CB9-B8A7-D59A4CE8D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295956-D405-465D-3D41-5EC219C29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D76BF0-E429-BF1D-ED0E-C6CEDA3C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9CD34A-2ADC-764D-52DC-4432FC77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DC8C46-E9D7-11A3-88D8-5A82BE93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313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E8AEA-B92D-0F7E-126C-CC76488C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4CDA11-64D2-EEA3-DA14-F77A6E342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E1F192-5B05-9555-BBE7-6B617A0F3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282EBB-9906-B253-73BA-FC2D0C03D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20A81D-B796-2662-E704-59E6EDC50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DAF778-AFA9-D22E-B60F-A95233BC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69C661-E275-9195-AF11-FDEB8427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F7B40D8-AB56-5C73-0B24-D5318275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684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29F24-CC02-5D71-AEE9-3B7F30B6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D6CA6E-7CF8-8A33-0440-C32D4103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204DBC-1A03-A750-64A7-5F1037D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4456B0E-5D3B-63F1-F212-B9589596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08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8776D8-F367-30DE-1E71-8DB1D35E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AC11BB-AC9F-B0B3-62F4-4575CE44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208B32-2153-CD53-BD77-16449BAB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996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5DBFB-F088-60E2-1205-6CED7813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8BA1B7-9944-DFDE-6074-02AA35352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6A623D-E190-C50B-9A34-35F7805E5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E36FE8-E965-4380-F0B9-005B4A3B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D2A7F3-FC22-F62E-1D8F-CF7ACA2D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383A91-33C5-C1E1-364C-31902D49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508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20EEA-31CF-6DFB-53A0-1A102B32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6FCB22-BC38-FFF2-8673-A2AEAC03B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046CEC-97E1-0C18-50CA-713EAFBE9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5D5C3B-6E65-75F0-1025-ED572435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05D6DB-39B4-8D59-3E88-CA7037CC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634328-704E-6001-6492-67EB1913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375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B0060-40E8-75C1-FCEF-D201024A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BC9D8A-6D4E-1085-6759-4A18DDAEA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B3624C-11BB-6035-40E1-F5C0BCD3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A39383-2975-B524-1C5A-C8746353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A38A11-3272-5980-05C3-AE5ADC8B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839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3D4C35-6771-6E97-B6F8-602F97DBB5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920DD0-1705-0A55-1DFA-43B844980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99E9D9-0737-648A-72B5-368023AC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2A7E6C-7F45-8123-CB65-B9FFECE4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D8728E-5E14-ED3C-F4CA-98E7C758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435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79E121-B32C-D5A0-F2EA-7C0F28E4C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4AE08B-5779-1CA2-E0AB-FFF6B3C90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C63AD4-789D-0948-BA8D-0772C9181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9E1E2-2918-4010-8A4B-ED9593B74B62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31EE1-3553-6F58-90AB-47BA933E4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985B5-CB12-9EFA-82D2-8F5DD9EB6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BC70D-31C6-4A26-A35B-7A0160528E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372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97258-00B0-B1FB-F4E6-7E70B74C60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7D36F1-AACD-D931-44CF-9A870C053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0260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CAMILO PACHON PADILLA</dc:creator>
  <cp:lastModifiedBy>ANGEL CAMILO PACHON PADILLA</cp:lastModifiedBy>
  <cp:revision>1</cp:revision>
  <dcterms:created xsi:type="dcterms:W3CDTF">2026-05-17T01:41:54Z</dcterms:created>
  <dcterms:modified xsi:type="dcterms:W3CDTF">2026-05-17T01:42:18Z</dcterms:modified>
</cp:coreProperties>
</file>