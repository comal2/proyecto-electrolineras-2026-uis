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3EEE10-2A08-C72F-D0C1-37E46B7420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3E2D61B-52D9-D40C-00C1-61D796C763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EAAD7C3-1F9B-4DEF-AC66-CAF48D474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1E05D-681E-4B57-9BB5-07E6A3889837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80E737C-778F-4639-3D87-337A45D6E8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55A9204-8D9A-F178-1A76-D362C391B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C9011-B345-49C6-828F-BBECDC7347E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9000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411633-1CFB-4F97-2184-E0CC17C14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383E133-2EE9-7646-A382-0714AD2EA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F419146-3A53-E280-0DB6-7D85D32653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1E05D-681E-4B57-9BB5-07E6A3889837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65B0D3B-3D11-721B-AE87-31636EF23C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67E9316-5B2E-1057-63BD-20A9DCC6C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C9011-B345-49C6-828F-BBECDC7347E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6770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F1E90B-C25E-00E7-8CCB-EB2EF87DD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E25C5CB-EA2E-A7C0-C842-D4718D1221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94AFE93-41F2-6B20-2E43-3308612CE1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1E05D-681E-4B57-9BB5-07E6A3889837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B2A8179-7BF0-38C4-21B3-AF1877DD2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A57770E-156F-8BB2-E170-A12F16233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C9011-B345-49C6-828F-BBECDC7347E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6328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A530A0-8B37-1EF5-11E8-4B2BC75D68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B17EF8D-7169-D6BF-19AB-D851BBECCC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D52FE3D-0969-873F-64C1-4A807B33C0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38966F2-C98F-504A-CB07-24C5F3BE14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1E05D-681E-4B57-9BB5-07E6A3889837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A8FB050-327C-BB8E-FAE1-26D14E42C2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6BFE125-FAD0-B9D8-7B0D-A849F09CA9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C9011-B345-49C6-828F-BBECDC7347E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7487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864AC5-556B-B45B-7D14-B4C4B5721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6965822-E16D-A2D2-FDDB-1BEC51C221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945D425-8963-8560-F89D-F817946EE9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160749B-4F2D-367A-0730-274C8B74BB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572C44BD-1412-7BDB-DD5B-1BC3041A85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B2A4A391-E2C9-E001-9653-231FEB4E4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1E05D-681E-4B57-9BB5-07E6A3889837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0C8A3286-B95C-4687-D9D2-6EEC73454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C50C3F67-D5E3-E218-1C07-2D1475AEC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C9011-B345-49C6-828F-BBECDC7347E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83694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4519860-B5E4-12DD-8EC6-FCB9DE357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051C8435-4F21-5006-5243-81178ABA4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1E05D-681E-4B57-9BB5-07E6A3889837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54BC596-AEA4-333C-9BF9-1295C333A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D5758B4-3D0F-A292-5D0E-FB9EE1F47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C9011-B345-49C6-828F-BBECDC7347E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67739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52A2CCD7-2E5C-7144-B144-958AB9E47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1E05D-681E-4B57-9BB5-07E6A3889837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67B48B4-8181-B07E-84A0-D6222F1686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712E0FA-A6EE-68F3-C6D2-6B6552B3C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C9011-B345-49C6-828F-BBECDC7347E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3551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C4BE4B-58E0-DDC7-93C7-D063AA0A3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6E39DE5-06D8-3E78-0EC7-135D15FAB9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E371EBD-B8BB-C554-EA2F-E3E23211D7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9799620-B3D3-CCE0-09E4-5C0354045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1E05D-681E-4B57-9BB5-07E6A3889837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FD7ABCD-D370-CCED-7CAC-42E408F7A0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7C6787E-37BB-D6DE-8688-88C712916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C9011-B345-49C6-828F-BBECDC7347E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59258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D0802C-561A-2B8E-7425-43C36962F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AF98C9BD-8428-A6F6-5DF9-693D464141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6F3511C-FBA1-EBD7-8B78-629F0AAF31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9C28126-334A-BA3F-AF30-1F41E1D69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1E05D-681E-4B57-9BB5-07E6A3889837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40E31E6-4D04-84F6-6E47-BFD391654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AAA5B90-A3A7-A10A-2CFB-373959DFC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C9011-B345-49C6-828F-BBECDC7347E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0585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ACB0C9-511D-3D91-4977-1978E6CFC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B768EE9-F0CB-C259-CBDA-1A9D3F4DB7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25F61D5-DF1E-AF66-2108-1107D2CE2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1E05D-681E-4B57-9BB5-07E6A3889837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4E762DC-A074-3A33-124C-C05C0F1FA8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8771FE9-7C8A-AF86-39D4-FC39BC78D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C9011-B345-49C6-828F-BBECDC7347E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2524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C0E7E11-401E-958F-D878-CA183980E7B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0ACAD0B-F869-FC91-5555-0CD3AB58E2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E6777D6-7B7D-35B1-2C9C-EAC5F769D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1E05D-681E-4B57-9BB5-07E6A3889837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AA04546-ED6C-703C-E6E2-E2F7D94AAC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FC57000-519F-2F9D-8871-3421B1306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C9011-B345-49C6-828F-BBECDC7347E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1449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BDD14864-BCD5-0625-4BD4-83B42C6FC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CEFD594-D2F3-B5A8-0ECF-B409B21C02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A26F772-B371-BE82-5EEA-1EA93A8EEC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41E05D-681E-4B57-9BB5-07E6A3889837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EEB3343-638D-7F88-919E-9B2CAF976D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7112A25-F485-51D6-C182-093DD0A968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BC9011-B345-49C6-828F-BBECDC7347E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204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52A4AE-2A92-F91C-E795-6C409BD511B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DE4D56C-925B-8C8F-8CCC-6DBCC6C6F9D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0613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Presentacion_28</Template>
  <TotalTime>1</TotalTime>
  <Words>0</Words>
  <Application>Microsoft Office PowerPoint</Application>
  <PresentationFormat>Panorámica</PresentationFormat>
  <Paragraphs>0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angel pachon</dc:creator>
  <cp:lastModifiedBy>angel pachon</cp:lastModifiedBy>
  <cp:revision>1</cp:revision>
  <dcterms:created xsi:type="dcterms:W3CDTF">2026-04-24T23:03:39Z</dcterms:created>
  <dcterms:modified xsi:type="dcterms:W3CDTF">2026-04-24T23:04:41Z</dcterms:modified>
</cp:coreProperties>
</file>