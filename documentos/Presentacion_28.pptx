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33B0CD"/>
    <a:srgbClr val="2C98B2"/>
    <a:srgbClr val="F3700D"/>
    <a:srgbClr val="FFFFFF"/>
    <a:srgbClr val="FFFF66"/>
    <a:srgbClr val="232629"/>
    <a:srgbClr val="48A5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D30176-5B39-620D-DB89-AA912868270C}" v="61" dt="2026-04-27T23:44:35.657"/>
    <p1510:client id="{9F3B188C-35CF-E777-A100-652C9BF4B5B9}" v="10" dt="2026-04-28T12:25:45.2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455" autoAdjust="0"/>
  </p:normalViewPr>
  <p:slideViewPr>
    <p:cSldViewPr snapToGrid="0">
      <p:cViewPr varScale="1">
        <p:scale>
          <a:sx n="67" d="100"/>
          <a:sy n="67" d="100"/>
        </p:scale>
        <p:origin x="83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9F3B188C-35CF-E777-A100-652C9BF4B5B9}"/>
    <pc:docChg chg="modSld">
      <pc:chgData name="Guest User" userId="" providerId="Windows Live" clId="Web-{9F3B188C-35CF-E777-A100-652C9BF4B5B9}" dt="2026-04-28T12:25:45.222" v="8" actId="1076"/>
      <pc:docMkLst>
        <pc:docMk/>
      </pc:docMkLst>
      <pc:sldChg chg="modSp">
        <pc:chgData name="Guest User" userId="" providerId="Windows Live" clId="Web-{9F3B188C-35CF-E777-A100-652C9BF4B5B9}" dt="2026-04-28T12:12:25.492" v="1" actId="1076"/>
        <pc:sldMkLst>
          <pc:docMk/>
          <pc:sldMk cId="1444061329" sldId="256"/>
        </pc:sldMkLst>
        <pc:picChg chg="mod">
          <ac:chgData name="Guest User" userId="" providerId="Windows Live" clId="Web-{9F3B188C-35CF-E777-A100-652C9BF4B5B9}" dt="2026-04-28T12:12:25.492" v="1" actId="1076"/>
          <ac:picMkLst>
            <pc:docMk/>
            <pc:sldMk cId="1444061329" sldId="256"/>
            <ac:picMk id="5" creationId="{5FA0EB5F-B435-C0F8-D7EE-F707DE27D8E9}"/>
          </ac:picMkLst>
        </pc:picChg>
      </pc:sldChg>
      <pc:sldChg chg="addSp modSp">
        <pc:chgData name="Guest User" userId="" providerId="Windows Live" clId="Web-{9F3B188C-35CF-E777-A100-652C9BF4B5B9}" dt="2026-04-28T12:25:45.222" v="8" actId="1076"/>
        <pc:sldMkLst>
          <pc:docMk/>
          <pc:sldMk cId="641958414" sldId="257"/>
        </pc:sldMkLst>
        <pc:picChg chg="add mod">
          <ac:chgData name="Guest User" userId="" providerId="Windows Live" clId="Web-{9F3B188C-35CF-E777-A100-652C9BF4B5B9}" dt="2026-04-28T12:25:45.222" v="8" actId="1076"/>
          <ac:picMkLst>
            <pc:docMk/>
            <pc:sldMk cId="641958414" sldId="257"/>
            <ac:picMk id="2" creationId="{BCC89579-2E24-D6CB-94CC-876C2DE81EDB}"/>
          </ac:picMkLst>
        </pc:picChg>
        <pc:picChg chg="mod">
          <ac:chgData name="Guest User" userId="" providerId="Windows Live" clId="Web-{9F3B188C-35CF-E777-A100-652C9BF4B5B9}" dt="2026-04-28T12:25:41.753" v="7" actId="1076"/>
          <ac:picMkLst>
            <pc:docMk/>
            <pc:sldMk cId="641958414" sldId="257"/>
            <ac:picMk id="5" creationId="{2B3B5C2B-7492-6FE3-A2D8-D8762445C7AD}"/>
          </ac:picMkLst>
        </pc:picChg>
      </pc:sldChg>
    </pc:docChg>
  </pc:docChgLst>
  <pc:docChgLst>
    <pc:chgData name="Guest User" providerId="Windows Live" clId="Web-{016B1DE4-5DC2-527B-9638-5A1540CB1971}"/>
    <pc:docChg chg="modSld">
      <pc:chgData name="Guest User" userId="" providerId="Windows Live" clId="Web-{016B1DE4-5DC2-527B-9638-5A1540CB1971}" dt="2026-04-24T23:20:02.839" v="5"/>
      <pc:docMkLst>
        <pc:docMk/>
      </pc:docMkLst>
      <pc:sldChg chg="mod modShow">
        <pc:chgData name="Guest User" userId="" providerId="Windows Live" clId="Web-{016B1DE4-5DC2-527B-9638-5A1540CB1971}" dt="2026-04-24T23:20:02.839" v="5"/>
        <pc:sldMkLst>
          <pc:docMk/>
          <pc:sldMk cId="3828541120" sldId="258"/>
        </pc:sldMkLst>
      </pc:sldChg>
    </pc:docChg>
  </pc:docChgLst>
  <pc:docChgLst>
    <pc:chgData name="angel pachon" userId="0eb516f35fe8c6c4" providerId="LiveId" clId="{4E9C4C6E-5D02-4BAA-B4CA-51DAB7DA871D}"/>
    <pc:docChg chg="undo custSel addSld modSld">
      <pc:chgData name="angel pachon" userId="0eb516f35fe8c6c4" providerId="LiveId" clId="{4E9C4C6E-5D02-4BAA-B4CA-51DAB7DA871D}" dt="2026-04-25T17:22:24.734" v="943" actId="12788"/>
      <pc:docMkLst>
        <pc:docMk/>
      </pc:docMkLst>
      <pc:sldChg chg="addSp modSp mod modNotesTx">
        <pc:chgData name="angel pachon" userId="0eb516f35fe8c6c4" providerId="LiveId" clId="{4E9C4C6E-5D02-4BAA-B4CA-51DAB7DA871D}" dt="2026-04-25T16:45:12.104" v="901" actId="20577"/>
        <pc:sldMkLst>
          <pc:docMk/>
          <pc:sldMk cId="1444061329" sldId="256"/>
        </pc:sldMkLst>
        <pc:spChg chg="mod">
          <ac:chgData name="angel pachon" userId="0eb516f35fe8c6c4" providerId="LiveId" clId="{4E9C4C6E-5D02-4BAA-B4CA-51DAB7DA871D}" dt="2026-04-25T16:43:00.454" v="894" actId="1076"/>
          <ac:spMkLst>
            <pc:docMk/>
            <pc:sldMk cId="1444061329" sldId="256"/>
            <ac:spMk id="2" creationId="{D552A4AE-2A92-F91C-E795-6C409BD511B2}"/>
          </ac:spMkLst>
        </pc:spChg>
        <pc:spChg chg="mod">
          <ac:chgData name="angel pachon" userId="0eb516f35fe8c6c4" providerId="LiveId" clId="{4E9C4C6E-5D02-4BAA-B4CA-51DAB7DA871D}" dt="2026-04-25T16:43:03.446" v="895" actId="1076"/>
          <ac:spMkLst>
            <pc:docMk/>
            <pc:sldMk cId="1444061329" sldId="256"/>
            <ac:spMk id="3" creationId="{4DE4D56C-925B-8C8F-8CCC-6DBCC6C6F9D3}"/>
          </ac:spMkLst>
        </pc:spChg>
        <pc:picChg chg="add mod">
          <ac:chgData name="angel pachon" userId="0eb516f35fe8c6c4" providerId="LiveId" clId="{4E9C4C6E-5D02-4BAA-B4CA-51DAB7DA871D}" dt="2026-04-25T16:43:12.149" v="899" actId="1076"/>
          <ac:picMkLst>
            <pc:docMk/>
            <pc:sldMk cId="1444061329" sldId="256"/>
            <ac:picMk id="5" creationId="{5FA0EB5F-B435-C0F8-D7EE-F707DE27D8E9}"/>
          </ac:picMkLst>
        </pc:picChg>
      </pc:sldChg>
      <pc:sldChg chg="addSp delSp modSp new mod setBg modClrScheme chgLayout modNotesTx">
        <pc:chgData name="angel pachon" userId="0eb516f35fe8c6c4" providerId="LiveId" clId="{4E9C4C6E-5D02-4BAA-B4CA-51DAB7DA871D}" dt="2026-04-25T16:57:46.583" v="937" actId="1076"/>
        <pc:sldMkLst>
          <pc:docMk/>
          <pc:sldMk cId="641958414" sldId="257"/>
        </pc:sldMkLst>
        <pc:picChg chg="add mod ord modCrop">
          <ac:chgData name="angel pachon" userId="0eb516f35fe8c6c4" providerId="LiveId" clId="{4E9C4C6E-5D02-4BAA-B4CA-51DAB7DA871D}" dt="2026-04-25T16:57:46.583" v="937" actId="1076"/>
          <ac:picMkLst>
            <pc:docMk/>
            <pc:sldMk cId="641958414" sldId="257"/>
            <ac:picMk id="5" creationId="{2B3B5C2B-7492-6FE3-A2D8-D8762445C7AD}"/>
          </ac:picMkLst>
        </pc:picChg>
      </pc:sldChg>
      <pc:sldChg chg="modSp new mod modNotesTx">
        <pc:chgData name="angel pachon" userId="0eb516f35fe8c6c4" providerId="LiveId" clId="{4E9C4C6E-5D02-4BAA-B4CA-51DAB7DA871D}" dt="2026-04-25T16:42:34.976" v="889" actId="790"/>
        <pc:sldMkLst>
          <pc:docMk/>
          <pc:sldMk cId="3828541120" sldId="258"/>
        </pc:sldMkLst>
        <pc:spChg chg="mod">
          <ac:chgData name="angel pachon" userId="0eb516f35fe8c6c4" providerId="LiveId" clId="{4E9C4C6E-5D02-4BAA-B4CA-51DAB7DA871D}" dt="2026-04-25T16:42:34.976" v="889" actId="790"/>
          <ac:spMkLst>
            <pc:docMk/>
            <pc:sldMk cId="3828541120" sldId="258"/>
            <ac:spMk id="2" creationId="{594A32EE-54A1-5436-B9B7-9192CFE74449}"/>
          </ac:spMkLst>
        </pc:spChg>
        <pc:spChg chg="mod">
          <ac:chgData name="angel pachon" userId="0eb516f35fe8c6c4" providerId="LiveId" clId="{4E9C4C6E-5D02-4BAA-B4CA-51DAB7DA871D}" dt="2026-04-25T16:42:34.976" v="889" actId="790"/>
          <ac:spMkLst>
            <pc:docMk/>
            <pc:sldMk cId="3828541120" sldId="258"/>
            <ac:spMk id="3" creationId="{0A227E6E-9A13-5818-EE60-D67183A66D9E}"/>
          </ac:spMkLst>
        </pc:spChg>
      </pc:sldChg>
      <pc:sldChg chg="modSp new mod modNotesTx">
        <pc:chgData name="angel pachon" userId="0eb516f35fe8c6c4" providerId="LiveId" clId="{4E9C4C6E-5D02-4BAA-B4CA-51DAB7DA871D}" dt="2026-04-25T16:42:34.976" v="889" actId="790"/>
        <pc:sldMkLst>
          <pc:docMk/>
          <pc:sldMk cId="4204334135" sldId="259"/>
        </pc:sldMkLst>
        <pc:spChg chg="mod">
          <ac:chgData name="angel pachon" userId="0eb516f35fe8c6c4" providerId="LiveId" clId="{4E9C4C6E-5D02-4BAA-B4CA-51DAB7DA871D}" dt="2026-04-25T16:42:34.976" v="889" actId="790"/>
          <ac:spMkLst>
            <pc:docMk/>
            <pc:sldMk cId="4204334135" sldId="259"/>
            <ac:spMk id="2" creationId="{85F7CE7D-7A6B-9169-6C82-7FC063894327}"/>
          </ac:spMkLst>
        </pc:spChg>
      </pc:sldChg>
      <pc:sldChg chg="addSp delSp modSp new mod setBg modNotesTx">
        <pc:chgData name="angel pachon" userId="0eb516f35fe8c6c4" providerId="LiveId" clId="{4E9C4C6E-5D02-4BAA-B4CA-51DAB7DA871D}" dt="2026-04-25T17:22:24.734" v="943" actId="12788"/>
        <pc:sldMkLst>
          <pc:docMk/>
          <pc:sldMk cId="4002272111" sldId="260"/>
        </pc:sldMkLst>
        <pc:spChg chg="add">
          <ac:chgData name="angel pachon" userId="0eb516f35fe8c6c4" providerId="LiveId" clId="{4E9C4C6E-5D02-4BAA-B4CA-51DAB7DA871D}" dt="2026-04-25T17:22:05.337" v="939" actId="26606"/>
          <ac:spMkLst>
            <pc:docMk/>
            <pc:sldMk cId="4002272111" sldId="260"/>
            <ac:spMk id="10" creationId="{7C1E5815-D54C-487F-A054-6D4930ADE3DF}"/>
          </ac:spMkLst>
        </pc:spChg>
        <pc:spChg chg="add">
          <ac:chgData name="angel pachon" userId="0eb516f35fe8c6c4" providerId="LiveId" clId="{4E9C4C6E-5D02-4BAA-B4CA-51DAB7DA871D}" dt="2026-04-25T17:22:05.337" v="939" actId="26606"/>
          <ac:spMkLst>
            <pc:docMk/>
            <pc:sldMk cId="4002272111" sldId="260"/>
            <ac:spMk id="12" creationId="{736F0DFD-0954-464F-BF12-DD2E6F6E0380}"/>
          </ac:spMkLst>
        </pc:spChg>
        <pc:picChg chg="add mod">
          <ac:chgData name="angel pachon" userId="0eb516f35fe8c6c4" providerId="LiveId" clId="{4E9C4C6E-5D02-4BAA-B4CA-51DAB7DA871D}" dt="2026-04-25T17:22:24.734" v="943" actId="12788"/>
          <ac:picMkLst>
            <pc:docMk/>
            <pc:sldMk cId="4002272111" sldId="260"/>
            <ac:picMk id="5" creationId="{28CBDB4A-A573-F5A2-72E2-CE45975B4939}"/>
          </ac:picMkLst>
        </pc:picChg>
      </pc:sldChg>
    </pc:docChg>
  </pc:docChgLst>
  <pc:docChgLst>
    <pc:chgData name="Guest User" providerId="Windows Live" clId="Web-{21D30176-5B39-620D-DB89-AA912868270C}"/>
    <pc:docChg chg="modSld">
      <pc:chgData name="Guest User" userId="" providerId="Windows Live" clId="Web-{21D30176-5B39-620D-DB89-AA912868270C}" dt="2026-04-27T23:44:35.657" v="48" actId="14100"/>
      <pc:docMkLst>
        <pc:docMk/>
      </pc:docMkLst>
      <pc:sldChg chg="addSp delSp modSp">
        <pc:chgData name="Guest User" userId="" providerId="Windows Live" clId="Web-{21D30176-5B39-620D-DB89-AA912868270C}" dt="2026-04-27T23:44:35.657" v="48" actId="14100"/>
        <pc:sldMkLst>
          <pc:docMk/>
          <pc:sldMk cId="4204334135" sldId="259"/>
        </pc:sldMkLst>
        <pc:spChg chg="mod">
          <ac:chgData name="Guest User" userId="" providerId="Windows Live" clId="Web-{21D30176-5B39-620D-DB89-AA912868270C}" dt="2026-04-27T23:43:24.125" v="26" actId="1076"/>
          <ac:spMkLst>
            <pc:docMk/>
            <pc:sldMk cId="4204334135" sldId="259"/>
            <ac:spMk id="2" creationId="{85F7CE7D-7A6B-9169-6C82-7FC063894327}"/>
          </ac:spMkLst>
        </pc:spChg>
        <pc:spChg chg="add del">
          <ac:chgData name="Guest User" userId="" providerId="Windows Live" clId="Web-{21D30176-5B39-620D-DB89-AA912868270C}" dt="2026-04-27T23:42:21.700" v="13"/>
          <ac:spMkLst>
            <pc:docMk/>
            <pc:sldMk cId="4204334135" sldId="259"/>
            <ac:spMk id="3" creationId="{FD04D73B-554F-BB8F-D43F-7AFC4C3F0263}"/>
          </ac:spMkLst>
        </pc:spChg>
        <pc:spChg chg="add mod">
          <ac:chgData name="Guest User" userId="" providerId="Windows Live" clId="Web-{21D30176-5B39-620D-DB89-AA912868270C}" dt="2026-04-27T23:44:35.657" v="48" actId="14100"/>
          <ac:spMkLst>
            <pc:docMk/>
            <pc:sldMk cId="4204334135" sldId="259"/>
            <ac:spMk id="7" creationId="{06F94A03-05A2-2BBB-5738-2C01A27A53F7}"/>
          </ac:spMkLst>
        </pc:spChg>
        <pc:picChg chg="add mod ord">
          <ac:chgData name="Guest User" userId="" providerId="Windows Live" clId="Web-{21D30176-5B39-620D-DB89-AA912868270C}" dt="2026-04-27T23:43:25.782" v="27" actId="1076"/>
          <ac:picMkLst>
            <pc:docMk/>
            <pc:sldMk cId="4204334135" sldId="259"/>
            <ac:picMk id="4" creationId="{14A9C93C-D72D-A669-945F-10695DD36E83}"/>
          </ac:picMkLst>
        </pc:picChg>
        <pc:picChg chg="add mod">
          <ac:chgData name="Guest User" userId="" providerId="Windows Live" clId="Web-{21D30176-5B39-620D-DB89-AA912868270C}" dt="2026-04-27T23:43:26.954" v="28" actId="1076"/>
          <ac:picMkLst>
            <pc:docMk/>
            <pc:sldMk cId="4204334135" sldId="259"/>
            <ac:picMk id="5" creationId="{990D2211-A399-9D70-0695-D33B4D142E4C}"/>
          </ac:picMkLst>
        </pc:picChg>
        <pc:picChg chg="add mod">
          <ac:chgData name="Guest User" userId="" providerId="Windows Live" clId="Web-{21D30176-5B39-620D-DB89-AA912868270C}" dt="2026-04-27T23:43:28.672" v="29" actId="1076"/>
          <ac:picMkLst>
            <pc:docMk/>
            <pc:sldMk cId="4204334135" sldId="259"/>
            <ac:picMk id="6" creationId="{A92D6947-31EA-ABDD-97A1-3A3E7EE17B8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0FFDC9-07DD-4BC0-A0D8-474DE53249CA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16E82D-2917-4AE4-947D-27FCFBBBBB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5156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Portada</a:t>
            </a:r>
          </a:p>
          <a:p>
            <a:r>
              <a:rPr lang="es-MX" dirty="0"/>
              <a:t>Titulo del repositorio de GitHub</a:t>
            </a:r>
          </a:p>
          <a:p>
            <a:r>
              <a:rPr lang="es-MX" dirty="0"/>
              <a:t>Fecha de el martes que se presenta esto</a:t>
            </a:r>
          </a:p>
          <a:p>
            <a:endParaRPr lang="es-MX" dirty="0"/>
          </a:p>
          <a:p>
            <a:r>
              <a:rPr lang="es-MX" dirty="0"/>
              <a:t>Yo (</a:t>
            </a:r>
            <a:r>
              <a:rPr lang="es-MX" dirty="0" err="1"/>
              <a:t>angel</a:t>
            </a:r>
            <a:r>
              <a:rPr lang="es-MX" dirty="0"/>
              <a:t>) presento, OBEJTIVO: El objetivo final es usar inteligencia artificial para saber dónde hace falta construir más electrolineras</a:t>
            </a:r>
          </a:p>
          <a:p>
            <a:endParaRPr lang="es-MX" dirty="0"/>
          </a:p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16E82D-2917-4AE4-947D-27FCFBBBBB6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3112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Yo (angel)</a:t>
            </a:r>
            <a:br>
              <a:rPr lang="es-MX"/>
            </a:br>
            <a:endParaRPr lang="es-MX"/>
          </a:p>
          <a:p>
            <a:r>
              <a:rPr lang="es-MX"/>
              <a:t>Foto del mapa y/o grafos</a:t>
            </a:r>
          </a:p>
          <a:p>
            <a:endParaRPr lang="es-MX"/>
          </a:p>
          <a:p>
            <a:r>
              <a:rPr lang="es-MX"/>
              <a:t>Decir: esto es una simulación de </a:t>
            </a:r>
            <a:r>
              <a:rPr lang="es-MX" err="1"/>
              <a:t>vehivulos</a:t>
            </a:r>
            <a:r>
              <a:rPr lang="es-MX"/>
              <a:t> electrónico, hacer una </a:t>
            </a:r>
            <a:r>
              <a:rPr lang="es-MX" err="1"/>
              <a:t>ia</a:t>
            </a:r>
            <a:r>
              <a:rPr lang="es-MX"/>
              <a:t>  para saber donde construir electrolinera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16E82D-2917-4AE4-947D-27FCFBBBBB6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004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Samuel</a:t>
            </a:r>
          </a:p>
          <a:p>
            <a:endParaRPr lang="es-MX" dirty="0"/>
          </a:p>
          <a:p>
            <a:r>
              <a:rPr lang="es-MX" dirty="0"/>
              <a:t>Vehiculas y la lógica</a:t>
            </a:r>
          </a:p>
          <a:p>
            <a:endParaRPr lang="es-MX" dirty="0"/>
          </a:p>
          <a:p>
            <a:r>
              <a:rPr lang="es-MX" dirty="0"/>
              <a:t>Fotos de los </a:t>
            </a:r>
            <a:r>
              <a:rPr lang="es-MX" dirty="0" err="1"/>
              <a:t>veicuhlas</a:t>
            </a:r>
            <a:r>
              <a:rPr lang="es-MX" dirty="0"/>
              <a:t> seleccionados (puede contener las </a:t>
            </a:r>
            <a:r>
              <a:rPr lang="es-MX" dirty="0" err="1"/>
              <a:t>epsesificacion</a:t>
            </a:r>
            <a:r>
              <a:rPr lang="es-MX" dirty="0"/>
              <a:t>= imagen de </a:t>
            </a:r>
            <a:r>
              <a:rPr lang="es-MX" dirty="0" err="1"/>
              <a:t>json</a:t>
            </a:r>
            <a:r>
              <a:rPr lang="es-MX" dirty="0"/>
              <a:t> del </a:t>
            </a:r>
            <a:r>
              <a:rPr lang="es-MX" dirty="0" err="1"/>
              <a:t>github</a:t>
            </a:r>
            <a:r>
              <a:rPr lang="es-MX" dirty="0"/>
              <a:t> o una tabla propia)</a:t>
            </a:r>
          </a:p>
          <a:p>
            <a:endParaRPr lang="es-MX" dirty="0"/>
          </a:p>
          <a:p>
            <a:r>
              <a:rPr lang="es-MX" dirty="0"/>
              <a:t>Una explicación básica del </a:t>
            </a:r>
            <a:r>
              <a:rPr lang="es-MX" dirty="0" err="1"/>
              <a:t>pseudocodigo</a:t>
            </a:r>
            <a:r>
              <a:rPr lang="es-MX" dirty="0"/>
              <a:t> PERO mas la lógica detrás, puede poner un diagrama de flujo para mejor </a:t>
            </a:r>
            <a:r>
              <a:rPr lang="es-MX" dirty="0" err="1"/>
              <a:t>visualisacion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16E82D-2917-4AE4-947D-27FCFBBBBB6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7507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16E82D-2917-4AE4-947D-27FCFBBBBB6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9453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Breyner 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captura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 menu (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puede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sacar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dogico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github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Donde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explicara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futuro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debria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hacer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cada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opcion</a:t>
            </a:r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16E82D-2917-4AE4-947D-27FCFBBBBB6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2261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Yo (ANGEL)</a:t>
            </a:r>
          </a:p>
          <a:p>
            <a:endParaRPr lang="es-MX" dirty="0"/>
          </a:p>
          <a:p>
            <a:r>
              <a:rPr lang="es-MX" dirty="0"/>
              <a:t>Una imagen de </a:t>
            </a:r>
            <a:r>
              <a:rPr lang="es-MX" dirty="0" err="1"/>
              <a:t>git</a:t>
            </a:r>
            <a:r>
              <a:rPr lang="es-MX" dirty="0"/>
              <a:t> </a:t>
            </a:r>
            <a:r>
              <a:rPr lang="es-MX" dirty="0" err="1"/>
              <a:t>grapf</a:t>
            </a:r>
            <a:endParaRPr lang="es-MX" dirty="0"/>
          </a:p>
          <a:p>
            <a:endParaRPr lang="es-MX" dirty="0"/>
          </a:p>
          <a:p>
            <a:r>
              <a:rPr lang="es-MX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conectar las calles con un algoritmo de rutas, poner a rodar los carros para generar los datos, y entrenar el modelo de IA. 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16E82D-2917-4AE4-947D-27FCFBBBBB6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9150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3EEE10-2A08-C72F-D0C1-37E46B7420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3E2D61B-52D9-D40C-00C1-61D796C76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EAAD7C3-1F9B-4DEF-AC66-CAF48D474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80E737C-778F-4639-3D87-337A45D6E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55A9204-8D9A-F178-1A76-D362C391B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9000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411633-1CFB-4F97-2184-E0CC17C14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383E133-2EE9-7646-A382-0714AD2EA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F419146-3A53-E280-0DB6-7D85D3265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5B0D3B-3D11-721B-AE87-31636EF23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67E9316-5B2E-1057-63BD-20A9DCC6C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677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F1E90B-C25E-00E7-8CCB-EB2EF87DD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E25C5CB-EA2E-A7C0-C842-D4718D1221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4AFE93-41F2-6B20-2E43-3308612CE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B2A8179-7BF0-38C4-21B3-AF1877DD2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57770E-156F-8BB2-E170-A12F16233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632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A530A0-8B37-1EF5-11E8-4B2BC75D6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B17EF8D-7169-D6BF-19AB-D851BBECCC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D52FE3D-0969-873F-64C1-4A807B33C0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38966F2-C98F-504A-CB07-24C5F3BE1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A8FB050-327C-BB8E-FAE1-26D14E42C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6BFE125-FAD0-B9D8-7B0D-A849F09CA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748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864AC5-556B-B45B-7D14-B4C4B5721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6965822-E16D-A2D2-FDDB-1BEC51C22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945D425-8963-8560-F89D-F817946EE9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160749B-4F2D-367A-0730-274C8B74BB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72C44BD-1412-7BDB-DD5B-1BC3041A85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2A4A391-E2C9-E001-9653-231FEB4E4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C8A3286-B95C-4687-D9D2-6EEC73454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50C3F67-D5E3-E218-1C07-2D1475AEC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369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519860-B5E4-12DD-8EC6-FCB9DE357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51C8435-4F21-5006-5243-81178ABA4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54BC596-AEA4-333C-9BF9-1295C333A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D5758B4-3D0F-A292-5D0E-FB9EE1F47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773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2A2CCD7-2E5C-7144-B144-958AB9E47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67B48B4-8181-B07E-84A0-D6222F168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712E0FA-A6EE-68F3-C6D2-6B6552B3C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3551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C4BE4B-58E0-DDC7-93C7-D063AA0A3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E39DE5-06D8-3E78-0EC7-135D15FAB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E371EBD-B8BB-C554-EA2F-E3E23211D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9799620-B3D3-CCE0-09E4-5C0354045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FD7ABCD-D370-CCED-7CAC-42E408F7A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7C6787E-37BB-D6DE-8688-88C712916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925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D0802C-561A-2B8E-7425-43C36962F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F98C9BD-8428-A6F6-5DF9-693D46414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6F3511C-FBA1-EBD7-8B78-629F0AAF3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9C28126-334A-BA3F-AF30-1F41E1D6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40E31E6-4D04-84F6-6E47-BFD391654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AAA5B90-A3A7-A10A-2CFB-373959DFC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058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ACB0C9-511D-3D91-4977-1978E6CF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B768EE9-F0CB-C259-CBDA-1A9D3F4DB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5F61D5-DF1E-AF66-2108-1107D2CE2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E762DC-A074-3A33-124C-C05C0F1FA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8771FE9-7C8A-AF86-39D4-FC39BC78D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252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C0E7E11-401E-958F-D878-CA183980E7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0ACAD0B-F869-FC91-5555-0CD3AB58E2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E6777D6-7B7D-35B1-2C9C-EAC5F769D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AA04546-ED6C-703C-E6E2-E2F7D94AA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FC57000-519F-2F9D-8871-3421B1306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144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DD14864-BCD5-0625-4BD4-83B42C6FC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CEFD594-D2F3-B5A8-0ECF-B409B21C02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A26F772-B371-BE82-5EEA-1EA93A8EE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EEB3343-638D-7F88-919E-9B2CAF976D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7112A25-F485-51D6-C182-093DD0A968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204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jpeg"/><Relationship Id="rId9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52A4AE-2A92-F91C-E795-6C409BD511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640" y="251658"/>
            <a:ext cx="4623816" cy="2222999"/>
          </a:xfrm>
        </p:spPr>
        <p:txBody>
          <a:bodyPr>
            <a:normAutofit fontScale="90000"/>
          </a:bodyPr>
          <a:lstStyle/>
          <a:p>
            <a:r>
              <a:rPr lang="es-CO" b="1" noProof="0"/>
              <a:t>Proyecto electrolineras 2026 UIS</a:t>
            </a:r>
            <a:endParaRPr lang="es-CO" noProof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E4D56C-925B-8C8F-8CCC-6DBCC6C6F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35296" y="737240"/>
            <a:ext cx="6687312" cy="1393912"/>
          </a:xfrm>
        </p:spPr>
        <p:txBody>
          <a:bodyPr>
            <a:normAutofit fontScale="85000" lnSpcReduction="10000"/>
          </a:bodyPr>
          <a:lstStyle/>
          <a:p>
            <a:r>
              <a:rPr lang="es-CO" noProof="0"/>
              <a:t>Angel Camilo Pachon Padilla - 2253607</a:t>
            </a:r>
          </a:p>
          <a:p>
            <a:r>
              <a:rPr lang="es-CO" noProof="0"/>
              <a:t>Samuel Alejandro Fuents Sandoval - 2253360</a:t>
            </a:r>
          </a:p>
          <a:p>
            <a:r>
              <a:rPr lang="es-CO" noProof="0"/>
              <a:t>Breyner Alberto Villamizar Bonilla - 2253353</a:t>
            </a:r>
          </a:p>
          <a:p>
            <a:endParaRPr lang="es-CO" noProof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FA0EB5F-B435-C0F8-D7EE-F707DE27D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980" y="2930762"/>
            <a:ext cx="10384040" cy="3189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06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2B3B5C2B-7492-6FE3-A2D8-D8762445C7AD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647" b="30601"/>
          <a:stretch>
            <a:fillRect/>
          </a:stretch>
        </p:blipFill>
        <p:spPr>
          <a:xfrm>
            <a:off x="5726263" y="488830"/>
            <a:ext cx="6260379" cy="5880340"/>
          </a:xfrm>
          <a:prstGeom prst="rect">
            <a:avLst/>
          </a:prstGeom>
        </p:spPr>
      </p:pic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BCC89579-2E24-D6CB-94CC-876C2DE81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" y="1483294"/>
            <a:ext cx="5463217" cy="3632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958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6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4A32EE-54A1-5436-B9B7-9192CFE74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3013" y="1916"/>
            <a:ext cx="10515600" cy="1127989"/>
          </a:xfrm>
        </p:spPr>
        <p:txBody>
          <a:bodyPr>
            <a:normAutofit/>
          </a:bodyPr>
          <a:lstStyle/>
          <a:p>
            <a:pPr algn="ctr"/>
            <a:r>
              <a:rPr lang="es-CO" sz="3600" b="1" dirty="0">
                <a:solidFill>
                  <a:schemeClr val="bg1"/>
                </a:solidFill>
                <a:latin typeface="OCR-B 10 BT" panose="020B0601020202020204" pitchFamily="34" charset="0"/>
              </a:rPr>
              <a:t>VEHÍCULOS SELECCIONADOS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A227E6E-9A13-5818-EE60-D67183A66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121" y="1173507"/>
            <a:ext cx="5499462" cy="5262585"/>
          </a:xfrm>
          <a:ln>
            <a:solidFill>
              <a:schemeClr val="bg1"/>
            </a:solidFill>
          </a:ln>
          <a:effectLst>
            <a:glow rad="76200">
              <a:schemeClr val="bg1">
                <a:alpha val="2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 lnSpcReduction="10000"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s-CO" b="1" dirty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66"/>
                </a:solidFill>
              </a:rPr>
              <a:t> </a:t>
            </a:r>
            <a:r>
              <a:rPr lang="es-CO" b="1" noProof="0" dirty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66"/>
                </a:solidFill>
              </a:rPr>
              <a:t>GAMA ALTA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 BMW i4 eDrive40</a:t>
            </a:r>
          </a:p>
          <a:p>
            <a:pPr marL="0" indent="0">
              <a:buNone/>
            </a:pPr>
            <a:endParaRPr lang="en-US" sz="2000" b="1" dirty="0">
              <a:solidFill>
                <a:srgbClr val="FFFFFF"/>
              </a:solidFill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noProof="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noProof="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noProof="0" dirty="0"/>
          </a:p>
          <a:p>
            <a:pPr marL="0" indent="0">
              <a:buNone/>
            </a:pPr>
            <a:endParaRPr lang="en-US" sz="2000" noProof="0" dirty="0"/>
          </a:p>
          <a:p>
            <a:pPr marL="0" indent="0">
              <a:buNone/>
            </a:pPr>
            <a:r>
              <a:rPr lang="es-ES" sz="2000" dirty="0">
                <a:solidFill>
                  <a:srgbClr val="FFFFFF"/>
                </a:solidFill>
              </a:rPr>
              <a:t>  Autonomía 		</a:t>
            </a:r>
            <a:r>
              <a:rPr lang="es-ES" sz="2000" dirty="0">
                <a:solidFill>
                  <a:srgbClr val="FFFF00"/>
                </a:solidFill>
              </a:rPr>
              <a:t>525 km</a:t>
            </a:r>
            <a:endParaRPr lang="en-US" sz="2000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s-ES" sz="2000" dirty="0">
                <a:solidFill>
                  <a:srgbClr val="FFFFFF"/>
                </a:solidFill>
              </a:rPr>
              <a:t>  Capacidad batería 	</a:t>
            </a:r>
            <a:r>
              <a:rPr lang="es-ES" sz="2000" dirty="0">
                <a:solidFill>
                  <a:srgbClr val="FFFF00"/>
                </a:solidFill>
              </a:rPr>
              <a:t>81.3 kWh</a:t>
            </a:r>
            <a:endParaRPr lang="en-US" sz="2000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s-ES" sz="2000" dirty="0">
                <a:solidFill>
                  <a:srgbClr val="FFFFFF"/>
                </a:solidFill>
              </a:rPr>
              <a:t>  Eficiencia 		</a:t>
            </a:r>
            <a:r>
              <a:rPr lang="es-ES" sz="2000" dirty="0">
                <a:solidFill>
                  <a:srgbClr val="FFFF00"/>
                </a:solidFill>
              </a:rPr>
              <a:t>155 Wh/km</a:t>
            </a:r>
            <a:endParaRPr lang="en-US" sz="2000" dirty="0">
              <a:solidFill>
                <a:srgbClr val="FFFF00"/>
              </a:solidFill>
            </a:endParaRPr>
          </a:p>
          <a:p>
            <a:pPr marL="0" indent="0">
              <a:buNone/>
            </a:pPr>
            <a:endParaRPr lang="es-CO" sz="2000" noProof="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502" y="2434188"/>
            <a:ext cx="4434262" cy="2494273"/>
          </a:xfrm>
          <a:prstGeom prst="rect">
            <a:avLst/>
          </a:prstGeom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0A227E6E-9A13-5818-EE60-D67183A66D9E}"/>
              </a:ext>
            </a:extLst>
          </p:cNvPr>
          <p:cNvSpPr txBox="1">
            <a:spLocks/>
          </p:cNvSpPr>
          <p:nvPr/>
        </p:nvSpPr>
        <p:spPr>
          <a:xfrm>
            <a:off x="6277781" y="1173507"/>
            <a:ext cx="5499462" cy="5262585"/>
          </a:xfrm>
          <a:prstGeom prst="rect">
            <a:avLst/>
          </a:prstGeom>
          <a:ln>
            <a:solidFill>
              <a:schemeClr val="bg1"/>
            </a:solidFill>
          </a:ln>
          <a:effectLst>
            <a:glow rad="76200">
              <a:schemeClr val="bg1">
                <a:alpha val="2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60000"/>
              </a:lnSpc>
              <a:buNone/>
            </a:pPr>
            <a:r>
              <a:rPr lang="es-CO" b="1" dirty="0">
                <a:solidFill>
                  <a:srgbClr val="2C98B2"/>
                </a:solidFill>
              </a:rPr>
              <a:t> GAMA BAJA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 Nissan LEAF Standard Range 52 kWh    (MY26)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s-ES" sz="2000" dirty="0">
                <a:solidFill>
                  <a:srgbClr val="FFFFFF"/>
                </a:solidFill>
              </a:rPr>
              <a:t>  Autonomía  	 	</a:t>
            </a:r>
            <a:r>
              <a:rPr lang="es-ES" sz="2000" dirty="0">
                <a:solidFill>
                  <a:srgbClr val="33B0CD"/>
                </a:solidFill>
              </a:rPr>
              <a:t>330 km</a:t>
            </a:r>
            <a:endParaRPr lang="en-US" sz="2000" dirty="0">
              <a:solidFill>
                <a:srgbClr val="33B0CD"/>
              </a:solidFill>
            </a:endParaRPr>
          </a:p>
          <a:p>
            <a:pPr marL="0" indent="0">
              <a:buNone/>
            </a:pPr>
            <a:r>
              <a:rPr lang="es-ES" sz="2000" dirty="0">
                <a:solidFill>
                  <a:srgbClr val="FFFFFF"/>
                </a:solidFill>
              </a:rPr>
              <a:t>  Capacidad batería 	</a:t>
            </a:r>
            <a:r>
              <a:rPr lang="es-ES" sz="2000" dirty="0">
                <a:solidFill>
                  <a:srgbClr val="33B0CD"/>
                </a:solidFill>
              </a:rPr>
              <a:t>52.9 kWh</a:t>
            </a:r>
            <a:endParaRPr lang="en-US" sz="2000" dirty="0">
              <a:solidFill>
                <a:srgbClr val="33B0CD"/>
              </a:solidFill>
            </a:endParaRPr>
          </a:p>
          <a:p>
            <a:pPr marL="0" indent="0">
              <a:buNone/>
            </a:pPr>
            <a:r>
              <a:rPr lang="es-ES" sz="2000" dirty="0">
                <a:solidFill>
                  <a:srgbClr val="FFFFFF"/>
                </a:solidFill>
              </a:rPr>
              <a:t>  Eficiencia	 	</a:t>
            </a:r>
            <a:r>
              <a:rPr lang="es-ES" sz="2000" dirty="0">
                <a:solidFill>
                  <a:srgbClr val="33B0CD"/>
                </a:solidFill>
              </a:rPr>
              <a:t>160 Wh/km</a:t>
            </a:r>
            <a:endParaRPr lang="en-US" sz="2000" dirty="0">
              <a:solidFill>
                <a:srgbClr val="33B0CD"/>
              </a:solidFill>
            </a:endParaRPr>
          </a:p>
          <a:p>
            <a:pPr marL="0" indent="0">
              <a:buNone/>
            </a:pPr>
            <a:endParaRPr lang="es-CO" sz="1800" dirty="0"/>
          </a:p>
        </p:txBody>
      </p:sp>
      <p:pic>
        <p:nvPicPr>
          <p:cNvPr id="1030" name="Picture 6" descr="https://ev-database.org/img/auto/Nissan_LEAF_2026/Nissan_LEAF_2026-01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0381" y="2499070"/>
            <a:ext cx="4434262" cy="2494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8" descr="&lt;svg xmlns=&quot;http://www.w3.org/2000/svg&quot; height=&quot;24px&quot; viewBox=&quot;0 -960 960 960&quot; width=&quot;24px&quot; fill=&quot;#e3e3e3&quot;&gt;&lt;path d=&quot;M160-160v-640h80v640h-80Zm280 0v-160h80v160h-80Zm280 0v-640h80v640h-80ZM440-400v-160h80v160h-80Zm0-240v-160h80v160h-80Z&quot;/&gt;&lt;/svg&gt;"/>
          <p:cNvSpPr>
            <a:spLocks noChangeAspect="1" noChangeArrowheads="1"/>
          </p:cNvSpPr>
          <p:nvPr/>
        </p:nvSpPr>
        <p:spPr bwMode="auto">
          <a:xfrm>
            <a:off x="155575" y="-136525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808" y="5284002"/>
            <a:ext cx="258748" cy="258748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628" y="5632046"/>
            <a:ext cx="258747" cy="258747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737" y="6013329"/>
            <a:ext cx="291691" cy="291691"/>
          </a:xfrm>
          <a:prstGeom prst="rect">
            <a:avLst/>
          </a:prstGeom>
        </p:spPr>
      </p:pic>
      <p:pic>
        <p:nvPicPr>
          <p:cNvPr id="20" name="Imagen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8805" y="5303364"/>
            <a:ext cx="258748" cy="258748"/>
          </a:xfrm>
          <a:prstGeom prst="rect">
            <a:avLst/>
          </a:prstGeom>
        </p:spPr>
      </p:pic>
      <p:pic>
        <p:nvPicPr>
          <p:cNvPr id="21" name="Imagen 2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0625" y="5682404"/>
            <a:ext cx="258747" cy="258747"/>
          </a:xfrm>
          <a:prstGeom prst="rect">
            <a:avLst/>
          </a:prstGeom>
        </p:spPr>
      </p:pic>
      <p:pic>
        <p:nvPicPr>
          <p:cNvPr id="22" name="Imagen 2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734" y="6063687"/>
            <a:ext cx="291691" cy="291691"/>
          </a:xfrm>
          <a:prstGeom prst="rect">
            <a:avLst/>
          </a:prstGeom>
        </p:spPr>
      </p:pic>
      <p:cxnSp>
        <p:nvCxnSpPr>
          <p:cNvPr id="12" name="Conector recto 11"/>
          <p:cNvCxnSpPr/>
          <p:nvPr/>
        </p:nvCxnSpPr>
        <p:spPr>
          <a:xfrm>
            <a:off x="604808" y="5590688"/>
            <a:ext cx="503536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26"/>
          <p:cNvCxnSpPr/>
          <p:nvPr/>
        </p:nvCxnSpPr>
        <p:spPr>
          <a:xfrm>
            <a:off x="604808" y="5944553"/>
            <a:ext cx="503536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/>
          <p:cNvCxnSpPr/>
          <p:nvPr/>
        </p:nvCxnSpPr>
        <p:spPr>
          <a:xfrm flipV="1">
            <a:off x="4105841" y="5246574"/>
            <a:ext cx="0" cy="105844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cto 37"/>
          <p:cNvCxnSpPr/>
          <p:nvPr/>
        </p:nvCxnSpPr>
        <p:spPr>
          <a:xfrm>
            <a:off x="6422776" y="5630888"/>
            <a:ext cx="503536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cto 38"/>
          <p:cNvCxnSpPr/>
          <p:nvPr/>
        </p:nvCxnSpPr>
        <p:spPr>
          <a:xfrm>
            <a:off x="6422776" y="5984753"/>
            <a:ext cx="503536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cto 39"/>
          <p:cNvCxnSpPr/>
          <p:nvPr/>
        </p:nvCxnSpPr>
        <p:spPr>
          <a:xfrm flipV="1">
            <a:off x="9923809" y="5286774"/>
            <a:ext cx="0" cy="105844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Imagen 32"/>
          <p:cNvPicPr>
            <a:picLocks noChangeAspect="1"/>
          </p:cNvPicPr>
          <p:nvPr/>
        </p:nvPicPr>
        <p:blipFill>
          <a:blip r:embed="rId8" cstate="hqprint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341" y="1400071"/>
            <a:ext cx="562544" cy="562544"/>
          </a:xfrm>
          <a:prstGeom prst="rect">
            <a:avLst/>
          </a:prstGeom>
        </p:spPr>
      </p:pic>
      <p:pic>
        <p:nvPicPr>
          <p:cNvPr id="34" name="Imagen 33"/>
          <p:cNvPicPr>
            <a:picLocks noChangeAspect="1"/>
          </p:cNvPicPr>
          <p:nvPr/>
        </p:nvPicPr>
        <p:blipFill>
          <a:blip r:embed="rId10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9730" y="1305960"/>
            <a:ext cx="834913" cy="557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541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84055" y="110309"/>
            <a:ext cx="5452872" cy="581889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rgbClr val="232629"/>
                </a:solidFill>
                <a:latin typeface="OCR-B 10 BT" panose="020B0601020202020204" pitchFamily="34" charset="0"/>
              </a:rPr>
              <a:t>PSEUDOCÓDIGO</a:t>
            </a:r>
            <a:endParaRPr lang="en-US" b="1" dirty="0">
              <a:solidFill>
                <a:srgbClr val="232629"/>
              </a:solidFill>
              <a:latin typeface="OCR-B 10 BT" panose="020B0601020202020204" pitchFamily="34" charset="0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9972" y="764768"/>
            <a:ext cx="11238970" cy="5868787"/>
          </a:xfrm>
          <a:solidFill>
            <a:srgbClr val="232629"/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ES" sz="1200" b="1" u="sng" dirty="0">
                <a:solidFill>
                  <a:schemeClr val="bg1"/>
                </a:solidFill>
              </a:rPr>
              <a:t>Inicio</a:t>
            </a:r>
          </a:p>
          <a:p>
            <a:pPr marL="0" indent="0">
              <a:buNone/>
            </a:pPr>
            <a:r>
              <a:rPr lang="es-ES" sz="1200" dirty="0">
                <a:solidFill>
                  <a:schemeClr val="bg1"/>
                </a:solidFill>
              </a:rPr>
              <a:t>Cargar mapa de Bucaramanga.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1.1</a:t>
            </a:r>
            <a:r>
              <a:rPr lang="es-ES" sz="1200" dirty="0">
                <a:solidFill>
                  <a:schemeClr val="bg1"/>
                </a:solidFill>
              </a:rPr>
              <a:t> Cargar nodos en el mapa.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2. </a:t>
            </a:r>
            <a:r>
              <a:rPr lang="es-ES" sz="1200" dirty="0">
                <a:solidFill>
                  <a:schemeClr val="bg1"/>
                </a:solidFill>
              </a:rPr>
              <a:t>Registrar vehículos seleccionados.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2.1</a:t>
            </a:r>
            <a:r>
              <a:rPr lang="es-ES" sz="1200" dirty="0">
                <a:solidFill>
                  <a:schemeClr val="bg1"/>
                </a:solidFill>
              </a:rPr>
              <a:t> Registrar consumo de kWh por km, capacidad de batería y gama).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3. </a:t>
            </a:r>
            <a:r>
              <a:rPr lang="es-ES" sz="1200" dirty="0">
                <a:solidFill>
                  <a:schemeClr val="bg1"/>
                </a:solidFill>
              </a:rPr>
              <a:t>Ejecutar simulación (esto para cada automóvil).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s-ES" sz="1200" dirty="0">
                <a:solidFill>
                  <a:schemeClr val="bg1"/>
                </a:solidFill>
              </a:rPr>
              <a:t>	</a:t>
            </a:r>
            <a:r>
              <a:rPr lang="es-ES" sz="1200" dirty="0">
                <a:solidFill>
                  <a:srgbClr val="FFFF00"/>
                </a:solidFill>
              </a:rPr>
              <a:t>3.1</a:t>
            </a:r>
            <a:r>
              <a:rPr lang="es-ES" sz="1200" dirty="0">
                <a:solidFill>
                  <a:schemeClr val="bg1"/>
                </a:solidFill>
              </a:rPr>
              <a:t> Iniciamos el registro de los contadores de recargas y electrolineras visitadas. 			  		</a:t>
            </a:r>
            <a:r>
              <a:rPr lang="es-ES" sz="1200" dirty="0">
                <a:solidFill>
                  <a:srgbClr val="F3700D"/>
                </a:solidFill>
              </a:rPr>
              <a:t>3.1.1</a:t>
            </a:r>
            <a:r>
              <a:rPr lang="es-ES" sz="1200" dirty="0">
                <a:solidFill>
                  <a:schemeClr val="bg1"/>
                </a:solidFill>
              </a:rPr>
              <a:t> También iniciamos el acumulador del porcentaje de la batería (desde el 100%)</a:t>
            </a:r>
          </a:p>
          <a:p>
            <a:pPr marL="0" indent="0">
              <a:buNone/>
            </a:pPr>
            <a:r>
              <a:rPr lang="es-ES" sz="1200" dirty="0">
                <a:solidFill>
                  <a:schemeClr val="bg1"/>
                </a:solidFill>
              </a:rPr>
              <a:t>	</a:t>
            </a:r>
            <a:r>
              <a:rPr lang="es-ES" sz="1200" dirty="0">
                <a:solidFill>
                  <a:srgbClr val="FFFF00"/>
                </a:solidFill>
              </a:rPr>
              <a:t>3.2</a:t>
            </a:r>
            <a:r>
              <a:rPr lang="es-ES" sz="1200" dirty="0">
                <a:solidFill>
                  <a:schemeClr val="bg1"/>
                </a:solidFill>
              </a:rPr>
              <a:t> Ingresamos una posición inicial y un destino.</a:t>
            </a:r>
          </a:p>
          <a:p>
            <a:pPr marL="0" indent="0">
              <a:buNone/>
            </a:pPr>
            <a:r>
              <a:rPr lang="es-ES" sz="1200" dirty="0">
                <a:solidFill>
                  <a:schemeClr val="bg1"/>
                </a:solidFill>
              </a:rPr>
              <a:t>	</a:t>
            </a:r>
            <a:r>
              <a:rPr lang="es-ES" sz="1200" dirty="0">
                <a:solidFill>
                  <a:srgbClr val="FFFF00"/>
                </a:solidFill>
              </a:rPr>
              <a:t>3.3</a:t>
            </a:r>
            <a:r>
              <a:rPr lang="es-ES" sz="1200" dirty="0">
                <a:solidFill>
                  <a:schemeClr val="bg1"/>
                </a:solidFill>
              </a:rPr>
              <a:t> Simulamos rutas pasado por nuestro puntos iniciales y destinos</a:t>
            </a:r>
          </a:p>
          <a:p>
            <a:pPr marL="0" indent="0">
              <a:buNone/>
            </a:pPr>
            <a:r>
              <a:rPr lang="es-ES" sz="1200" dirty="0">
                <a:solidFill>
                  <a:schemeClr val="bg1"/>
                </a:solidFill>
              </a:rPr>
              <a:t>	</a:t>
            </a:r>
            <a:r>
              <a:rPr lang="es-ES" sz="1200" dirty="0">
                <a:solidFill>
                  <a:srgbClr val="FFFF00"/>
                </a:solidFill>
              </a:rPr>
              <a:t>3.4</a:t>
            </a:r>
            <a:r>
              <a:rPr lang="es-ES" sz="1200" dirty="0">
                <a:solidFill>
                  <a:schemeClr val="bg1"/>
                </a:solidFill>
              </a:rPr>
              <a:t> Antes de que el vehículo pase por el punto de destino evaluamos y actualizamos el porcentaje de la batería 	según el 	consumo por km </a:t>
            </a:r>
          </a:p>
          <a:p>
            <a:pPr marL="0" indent="0">
              <a:buNone/>
            </a:pPr>
            <a:r>
              <a:rPr lang="es-ES" sz="1200" dirty="0">
                <a:solidFill>
                  <a:schemeClr val="bg1"/>
                </a:solidFill>
              </a:rPr>
              <a:t>		</a:t>
            </a:r>
            <a:r>
              <a:rPr lang="es-ES" sz="1200" dirty="0">
                <a:solidFill>
                  <a:srgbClr val="F3700D"/>
                </a:solidFill>
              </a:rPr>
              <a:t>3.4.1</a:t>
            </a:r>
            <a:r>
              <a:rPr lang="es-ES" sz="1200" dirty="0">
                <a:solidFill>
                  <a:schemeClr val="bg1"/>
                </a:solidFill>
              </a:rPr>
              <a:t> Si la batería es menor o igual al 20% desviamos hacia la electrolinera mas cercana.</a:t>
            </a:r>
          </a:p>
          <a:p>
            <a:pPr marL="0" indent="0">
              <a:buNone/>
            </a:pPr>
            <a:r>
              <a:rPr lang="es-ES" sz="1200" dirty="0">
                <a:solidFill>
                  <a:schemeClr val="bg1"/>
                </a:solidFill>
              </a:rPr>
              <a:t>	</a:t>
            </a:r>
            <a:r>
              <a:rPr lang="es-ES" sz="1200" dirty="0">
                <a:solidFill>
                  <a:srgbClr val="FFFF00"/>
                </a:solidFill>
              </a:rPr>
              <a:t>3.5</a:t>
            </a:r>
            <a:r>
              <a:rPr lang="es-ES" sz="1200" dirty="0">
                <a:solidFill>
                  <a:schemeClr val="bg1"/>
                </a:solidFill>
              </a:rPr>
              <a:t> Después que el vehículo pase por un punto de destino volvemos a evaluar y actualizar</a:t>
            </a:r>
          </a:p>
          <a:p>
            <a:pPr marL="0" indent="0">
              <a:buNone/>
            </a:pPr>
            <a:r>
              <a:rPr lang="es-ES" sz="1200" dirty="0">
                <a:solidFill>
                  <a:schemeClr val="bg1"/>
                </a:solidFill>
              </a:rPr>
              <a:t>		</a:t>
            </a:r>
            <a:r>
              <a:rPr lang="es-ES" sz="1200" dirty="0">
                <a:solidFill>
                  <a:srgbClr val="F3700D"/>
                </a:solidFill>
              </a:rPr>
              <a:t>3.5.1</a:t>
            </a:r>
            <a:r>
              <a:rPr lang="es-ES" sz="1200" dirty="0">
                <a:solidFill>
                  <a:schemeClr val="bg1"/>
                </a:solidFill>
              </a:rPr>
              <a:t> Si la batería es mayor a 20% redirigir la ruta al siguiente punto de destino.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4. </a:t>
            </a:r>
            <a:r>
              <a:rPr lang="es-ES" sz="1200" dirty="0">
                <a:solidFill>
                  <a:schemeClr val="bg1"/>
                </a:solidFill>
              </a:rPr>
              <a:t>Ahora registraremos los datos de la simulación como puntos de carga visitados, consumo acumulado de kWh y los km recorridos.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5. </a:t>
            </a:r>
            <a:r>
              <a:rPr lang="es-ES" sz="1200" dirty="0">
                <a:solidFill>
                  <a:schemeClr val="bg1"/>
                </a:solidFill>
              </a:rPr>
              <a:t>Analizamos y ordenamos nuestros registros para nuestras estadísticas.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6.</a:t>
            </a:r>
            <a:r>
              <a:rPr lang="es-ES" sz="1200" dirty="0">
                <a:solidFill>
                  <a:schemeClr val="bg1"/>
                </a:solidFill>
              </a:rPr>
              <a:t> Ahora entrenaremos un modelo de Machine Learning.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7. </a:t>
            </a:r>
            <a:r>
              <a:rPr lang="es-ES" sz="1200" dirty="0">
                <a:solidFill>
                  <a:schemeClr val="bg1"/>
                </a:solidFill>
              </a:rPr>
              <a:t>Visualizamos resultado de la predicción de puntos óptimos para más electrolineras. </a:t>
            </a:r>
          </a:p>
          <a:p>
            <a:pPr marL="0" indent="0">
              <a:buNone/>
            </a:pPr>
            <a:r>
              <a:rPr lang="es-ES" sz="1200" b="1" u="sng" dirty="0">
                <a:solidFill>
                  <a:schemeClr val="bg1"/>
                </a:solidFill>
              </a:rPr>
              <a:t>Fin</a:t>
            </a:r>
            <a:endParaRPr lang="en-US" sz="1200" b="1" u="sng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3814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F7CE7D-7A6B-9169-6C82-7FC063894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555" y="365125"/>
            <a:ext cx="1715730" cy="1350143"/>
          </a:xfrm>
        </p:spPr>
        <p:txBody>
          <a:bodyPr/>
          <a:lstStyle/>
          <a:p>
            <a:r>
              <a:rPr lang="es-CO"/>
              <a:t>Menú</a:t>
            </a:r>
            <a:endParaRPr lang="en-US"/>
          </a:p>
        </p:txBody>
      </p:sp>
      <p:pic>
        <p:nvPicPr>
          <p:cNvPr id="4" name="Content Placeholder 3" descr="A black screen with red and white text&#10;&#10;AI-generated content may be incorrect.">
            <a:extLst>
              <a:ext uri="{FF2B5EF4-FFF2-40B4-BE49-F238E27FC236}">
                <a16:creationId xmlns:a16="http://schemas.microsoft.com/office/drawing/2014/main" id="{14A9C93C-D72D-A669-945F-10695DD36E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40479" y="1928686"/>
            <a:ext cx="3438525" cy="1343025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90D2211-A399-9D70-0695-D33B4D142E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477" y="3586623"/>
            <a:ext cx="3434530" cy="1343946"/>
          </a:xfrm>
          <a:prstGeom prst="rect">
            <a:avLst/>
          </a:prstGeom>
        </p:spPr>
      </p:pic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92D6947-31EA-ABDD-97A1-3A3E7EE17B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866" y="1376209"/>
            <a:ext cx="4187621" cy="51625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6F94A03-05A2-2BBB-5738-2C01A27A53F7}"/>
              </a:ext>
            </a:extLst>
          </p:cNvPr>
          <p:cNvSpPr txBox="1"/>
          <p:nvPr/>
        </p:nvSpPr>
        <p:spPr>
          <a:xfrm>
            <a:off x="7198314" y="567049"/>
            <a:ext cx="280727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latin typeface="Aptos Display"/>
              </a:rPr>
              <a:t>Python </a:t>
            </a:r>
            <a:r>
              <a:rPr lang="en-US" sz="3600" dirty="0" err="1">
                <a:latin typeface="Aptos Display"/>
              </a:rPr>
              <a:t>Menú</a:t>
            </a:r>
            <a:endParaRPr lang="en-US" sz="3600" dirty="0"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4204334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1E5815-D54C-487F-A054-6D4930ADE3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28CBDB4A-A573-F5A2-72E2-CE45975B49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287203" y="0"/>
            <a:ext cx="3617595" cy="6858000"/>
          </a:xfrm>
          <a:prstGeom prst="rect">
            <a:avLst/>
          </a:prstGeo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36F0DFD-0954-464F-BF12-DD2E6F6E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208496" y="0"/>
            <a:ext cx="1983504" cy="6858000"/>
          </a:xfrm>
          <a:custGeom>
            <a:avLst/>
            <a:gdLst>
              <a:gd name="connsiteX0" fmla="*/ 0 w 1983504"/>
              <a:gd name="connsiteY0" fmla="*/ 0 h 6858000"/>
              <a:gd name="connsiteX1" fmla="*/ 1376658 w 1983504"/>
              <a:gd name="connsiteY1" fmla="*/ 0 h 6858000"/>
              <a:gd name="connsiteX2" fmla="*/ 1690650 w 1983504"/>
              <a:gd name="connsiteY2" fmla="*/ 110269 h 6858000"/>
              <a:gd name="connsiteX3" fmla="*/ 1645361 w 1983504"/>
              <a:gd name="connsiteY3" fmla="*/ 135168 h 6858000"/>
              <a:gd name="connsiteX4" fmla="*/ 1373640 w 1983504"/>
              <a:gd name="connsiteY4" fmla="*/ 71141 h 6858000"/>
              <a:gd name="connsiteX5" fmla="*/ 1319295 w 1983504"/>
              <a:gd name="connsiteY5" fmla="*/ 88927 h 6858000"/>
              <a:gd name="connsiteX6" fmla="*/ 1346468 w 1983504"/>
              <a:gd name="connsiteY6" fmla="*/ 163625 h 6858000"/>
              <a:gd name="connsiteX7" fmla="*/ 1464213 w 1983504"/>
              <a:gd name="connsiteY7" fmla="*/ 192082 h 6858000"/>
              <a:gd name="connsiteX8" fmla="*/ 1648381 w 1983504"/>
              <a:gd name="connsiteY8" fmla="*/ 373491 h 6858000"/>
              <a:gd name="connsiteX9" fmla="*/ 1370620 w 1983504"/>
              <a:gd name="connsiteY9" fmla="*/ 352148 h 6858000"/>
              <a:gd name="connsiteX10" fmla="*/ 1322314 w 1983504"/>
              <a:gd name="connsiteY10" fmla="*/ 394834 h 6858000"/>
              <a:gd name="connsiteX11" fmla="*/ 1304199 w 1983504"/>
              <a:gd name="connsiteY11" fmla="*/ 451747 h 6858000"/>
              <a:gd name="connsiteX12" fmla="*/ 1222682 w 1983504"/>
              <a:gd name="connsiteY12" fmla="*/ 359262 h 6858000"/>
              <a:gd name="connsiteX13" fmla="*/ 1153242 w 1983504"/>
              <a:gd name="connsiteY13" fmla="*/ 334364 h 6858000"/>
              <a:gd name="connsiteX14" fmla="*/ 1132108 w 1983504"/>
              <a:gd name="connsiteY14" fmla="*/ 416176 h 6858000"/>
              <a:gd name="connsiteX15" fmla="*/ 1195509 w 1983504"/>
              <a:gd name="connsiteY15" fmla="*/ 505101 h 6858000"/>
              <a:gd name="connsiteX16" fmla="*/ 1364582 w 1983504"/>
              <a:gd name="connsiteY16" fmla="*/ 558458 h 6858000"/>
              <a:gd name="connsiteX17" fmla="*/ 1183434 w 1983504"/>
              <a:gd name="connsiteY17" fmla="*/ 558458 h 6858000"/>
              <a:gd name="connsiteX18" fmla="*/ 975114 w 1983504"/>
              <a:gd name="connsiteY18" fmla="*/ 522887 h 6858000"/>
              <a:gd name="connsiteX19" fmla="*/ 754716 w 1983504"/>
              <a:gd name="connsiteY19" fmla="*/ 533558 h 6858000"/>
              <a:gd name="connsiteX20" fmla="*/ 546395 w 1983504"/>
              <a:gd name="connsiteY20" fmla="*/ 462417 h 6858000"/>
              <a:gd name="connsiteX21" fmla="*/ 335056 w 1983504"/>
              <a:gd name="connsiteY21" fmla="*/ 465975 h 6858000"/>
              <a:gd name="connsiteX22" fmla="*/ 1270988 w 1983504"/>
              <a:gd name="connsiteY22" fmla="*/ 910606 h 6858000"/>
              <a:gd name="connsiteX23" fmla="*/ 1225701 w 1983504"/>
              <a:gd name="connsiteY23" fmla="*/ 921277 h 6858000"/>
              <a:gd name="connsiteX24" fmla="*/ 1165318 w 1983504"/>
              <a:gd name="connsiteY24" fmla="*/ 949734 h 6858000"/>
              <a:gd name="connsiteX25" fmla="*/ 1210606 w 1983504"/>
              <a:gd name="connsiteY25" fmla="*/ 1006647 h 6858000"/>
              <a:gd name="connsiteX26" fmla="*/ 1455156 w 1983504"/>
              <a:gd name="connsiteY26" fmla="*/ 1113358 h 6858000"/>
              <a:gd name="connsiteX27" fmla="*/ 1515538 w 1983504"/>
              <a:gd name="connsiteY27" fmla="*/ 1220069 h 6858000"/>
              <a:gd name="connsiteX28" fmla="*/ 1440060 w 1983504"/>
              <a:gd name="connsiteY28" fmla="*/ 1209399 h 6858000"/>
              <a:gd name="connsiteX29" fmla="*/ 1373640 w 1983504"/>
              <a:gd name="connsiteY29" fmla="*/ 1230741 h 6858000"/>
              <a:gd name="connsiteX30" fmla="*/ 1400810 w 1983504"/>
              <a:gd name="connsiteY30" fmla="*/ 1365909 h 6858000"/>
              <a:gd name="connsiteX31" fmla="*/ 1748012 w 1983504"/>
              <a:gd name="connsiteY31" fmla="*/ 1540204 h 6858000"/>
              <a:gd name="connsiteX32" fmla="*/ 1778203 w 1983504"/>
              <a:gd name="connsiteY32" fmla="*/ 1597117 h 6858000"/>
              <a:gd name="connsiteX33" fmla="*/ 1735936 w 1983504"/>
              <a:gd name="connsiteY33" fmla="*/ 1636245 h 6858000"/>
              <a:gd name="connsiteX34" fmla="*/ 1624228 w 1983504"/>
              <a:gd name="connsiteY34" fmla="*/ 1657587 h 6858000"/>
              <a:gd name="connsiteX35" fmla="*/ 1781223 w 1983504"/>
              <a:gd name="connsiteY35" fmla="*/ 1849668 h 6858000"/>
              <a:gd name="connsiteX36" fmla="*/ 1838587 w 1983504"/>
              <a:gd name="connsiteY36" fmla="*/ 1903025 h 6858000"/>
              <a:gd name="connsiteX37" fmla="*/ 1938218 w 1983504"/>
              <a:gd name="connsiteY37" fmla="*/ 1984836 h 6858000"/>
              <a:gd name="connsiteX38" fmla="*/ 1938218 w 1983504"/>
              <a:gd name="connsiteY38" fmla="*/ 2013292 h 6858000"/>
              <a:gd name="connsiteX39" fmla="*/ 1805376 w 1983504"/>
              <a:gd name="connsiteY39" fmla="*/ 2102219 h 6858000"/>
              <a:gd name="connsiteX40" fmla="*/ 1563844 w 1983504"/>
              <a:gd name="connsiteY40" fmla="*/ 2077320 h 6858000"/>
              <a:gd name="connsiteX41" fmla="*/ 1920104 w 1983504"/>
              <a:gd name="connsiteY41" fmla="*/ 2208931 h 6858000"/>
              <a:gd name="connsiteX42" fmla="*/ 766792 w 1983504"/>
              <a:gd name="connsiteY42" fmla="*/ 1892353 h 6858000"/>
              <a:gd name="connsiteX43" fmla="*/ 839252 w 1983504"/>
              <a:gd name="connsiteY43" fmla="*/ 1974165 h 6858000"/>
              <a:gd name="connsiteX44" fmla="*/ 1243816 w 1983504"/>
              <a:gd name="connsiteY44" fmla="*/ 2191146 h 6858000"/>
              <a:gd name="connsiteX45" fmla="*/ 1358543 w 1983504"/>
              <a:gd name="connsiteY45" fmla="*/ 2326314 h 6858000"/>
              <a:gd name="connsiteX46" fmla="*/ 1479310 w 1983504"/>
              <a:gd name="connsiteY46" fmla="*/ 2401012 h 6858000"/>
              <a:gd name="connsiteX47" fmla="*/ 1648381 w 1983504"/>
              <a:gd name="connsiteY47" fmla="*/ 2401012 h 6858000"/>
              <a:gd name="connsiteX48" fmla="*/ 1769146 w 1983504"/>
              <a:gd name="connsiteY48" fmla="*/ 2518395 h 6858000"/>
              <a:gd name="connsiteX49" fmla="*/ 1645361 w 1983504"/>
              <a:gd name="connsiteY49" fmla="*/ 2543294 h 6858000"/>
              <a:gd name="connsiteX50" fmla="*/ 1500444 w 1983504"/>
              <a:gd name="connsiteY50" fmla="*/ 2525509 h 6858000"/>
              <a:gd name="connsiteX51" fmla="*/ 1337410 w 1983504"/>
              <a:gd name="connsiteY51" fmla="*/ 2564636 h 6858000"/>
              <a:gd name="connsiteX52" fmla="*/ 1186452 w 1983504"/>
              <a:gd name="connsiteY52" fmla="*/ 2532623 h 6858000"/>
              <a:gd name="connsiteX53" fmla="*/ 1005304 w 1983504"/>
              <a:gd name="connsiteY53" fmla="*/ 2553965 h 6858000"/>
              <a:gd name="connsiteX54" fmla="*/ 947940 w 1983504"/>
              <a:gd name="connsiteY54" fmla="*/ 2692689 h 6858000"/>
              <a:gd name="connsiteX55" fmla="*/ 929826 w 1983504"/>
              <a:gd name="connsiteY55" fmla="*/ 2703362 h 6858000"/>
              <a:gd name="connsiteX56" fmla="*/ 594701 w 1983504"/>
              <a:gd name="connsiteY56" fmla="*/ 2923898 h 6858000"/>
              <a:gd name="connsiteX57" fmla="*/ 501108 w 1983504"/>
              <a:gd name="connsiteY57" fmla="*/ 2941684 h 6858000"/>
              <a:gd name="connsiteX58" fmla="*/ 1053610 w 1983504"/>
              <a:gd name="connsiteY58" fmla="*/ 3329402 h 6858000"/>
              <a:gd name="connsiteX59" fmla="*/ 682256 w 1983504"/>
              <a:gd name="connsiteY59" fmla="*/ 3229805 h 6858000"/>
              <a:gd name="connsiteX60" fmla="*/ 630932 w 1983504"/>
              <a:gd name="connsiteY60" fmla="*/ 3393429 h 6858000"/>
              <a:gd name="connsiteX61" fmla="*/ 806041 w 1983504"/>
              <a:gd name="connsiteY61" fmla="*/ 3539269 h 6858000"/>
              <a:gd name="connsiteX62" fmla="*/ 869444 w 1983504"/>
              <a:gd name="connsiteY62" fmla="*/ 3827390 h 6858000"/>
              <a:gd name="connsiteX63" fmla="*/ 839252 w 1983504"/>
              <a:gd name="connsiteY63" fmla="*/ 4090612 h 6858000"/>
              <a:gd name="connsiteX64" fmla="*/ 763774 w 1983504"/>
              <a:gd name="connsiteY64" fmla="*/ 4172424 h 6858000"/>
              <a:gd name="connsiteX65" fmla="*/ 655085 w 1983504"/>
              <a:gd name="connsiteY65" fmla="*/ 4321821 h 6858000"/>
              <a:gd name="connsiteX66" fmla="*/ 588662 w 1983504"/>
              <a:gd name="connsiteY66" fmla="*/ 4414305 h 6858000"/>
              <a:gd name="connsiteX67" fmla="*/ 356189 w 1983504"/>
              <a:gd name="connsiteY67" fmla="*/ 4378734 h 6858000"/>
              <a:gd name="connsiteX68" fmla="*/ 667160 w 1983504"/>
              <a:gd name="connsiteY68" fmla="*/ 4613499 h 6858000"/>
              <a:gd name="connsiteX69" fmla="*/ 416573 w 1983504"/>
              <a:gd name="connsiteY69" fmla="*/ 4585042 h 6858000"/>
              <a:gd name="connsiteX70" fmla="*/ 335056 w 1983504"/>
              <a:gd name="connsiteY70" fmla="*/ 4602828 h 6858000"/>
              <a:gd name="connsiteX71" fmla="*/ 380342 w 1983504"/>
              <a:gd name="connsiteY71" fmla="*/ 4677526 h 6858000"/>
              <a:gd name="connsiteX72" fmla="*/ 564510 w 1983504"/>
              <a:gd name="connsiteY72" fmla="*/ 4805580 h 6858000"/>
              <a:gd name="connsiteX73" fmla="*/ 944922 w 1983504"/>
              <a:gd name="connsiteY73" fmla="*/ 5154171 h 6858000"/>
              <a:gd name="connsiteX74" fmla="*/ 576586 w 1983504"/>
              <a:gd name="connsiteY74" fmla="*/ 4994104 h 6858000"/>
              <a:gd name="connsiteX75" fmla="*/ 963036 w 1983504"/>
              <a:gd name="connsiteY75" fmla="*/ 5353367 h 6858000"/>
              <a:gd name="connsiteX76" fmla="*/ 1047572 w 1983504"/>
              <a:gd name="connsiteY76" fmla="*/ 5474306 h 6858000"/>
              <a:gd name="connsiteX77" fmla="*/ 1222682 w 1983504"/>
              <a:gd name="connsiteY77" fmla="*/ 5769542 h 6858000"/>
              <a:gd name="connsiteX78" fmla="*/ 1213626 w 1983504"/>
              <a:gd name="connsiteY78" fmla="*/ 5801555 h 6858000"/>
              <a:gd name="connsiteX79" fmla="*/ 1014361 w 1983504"/>
              <a:gd name="connsiteY79" fmla="*/ 5755314 h 6858000"/>
              <a:gd name="connsiteX80" fmla="*/ 1274008 w 1983504"/>
              <a:gd name="connsiteY80" fmla="*/ 6004307 h 6858000"/>
              <a:gd name="connsiteX81" fmla="*/ 1542711 w 1983504"/>
              <a:gd name="connsiteY81" fmla="*/ 6196388 h 6858000"/>
              <a:gd name="connsiteX82" fmla="*/ 1352504 w 1983504"/>
              <a:gd name="connsiteY82" fmla="*/ 6167932 h 6858000"/>
              <a:gd name="connsiteX83" fmla="*/ 1089840 w 1983504"/>
              <a:gd name="connsiteY83" fmla="*/ 6057663 h 6858000"/>
              <a:gd name="connsiteX84" fmla="*/ 999266 w 1983504"/>
              <a:gd name="connsiteY84" fmla="*/ 6100347 h 6858000"/>
              <a:gd name="connsiteX85" fmla="*/ 1246836 w 1983504"/>
              <a:gd name="connsiteY85" fmla="*/ 6281757 h 6858000"/>
              <a:gd name="connsiteX86" fmla="*/ 1388735 w 1983504"/>
              <a:gd name="connsiteY86" fmla="*/ 6367127 h 6858000"/>
              <a:gd name="connsiteX87" fmla="*/ 1446099 w 1983504"/>
              <a:gd name="connsiteY87" fmla="*/ 6431153 h 6858000"/>
              <a:gd name="connsiteX88" fmla="*/ 1609132 w 1983504"/>
              <a:gd name="connsiteY88" fmla="*/ 6658805 h 6858000"/>
              <a:gd name="connsiteX89" fmla="*/ 1983504 w 1983504"/>
              <a:gd name="connsiteY89" fmla="*/ 6858000 h 6858000"/>
              <a:gd name="connsiteX90" fmla="*/ 0 w 1983504"/>
              <a:gd name="connsiteY9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983504" h="6858000">
                <a:moveTo>
                  <a:pt x="0" y="0"/>
                </a:moveTo>
                <a:lnTo>
                  <a:pt x="1376658" y="0"/>
                </a:lnTo>
                <a:cubicBezTo>
                  <a:pt x="1482328" y="35571"/>
                  <a:pt x="1584980" y="78255"/>
                  <a:pt x="1690650" y="110269"/>
                </a:cubicBezTo>
                <a:cubicBezTo>
                  <a:pt x="1675553" y="145839"/>
                  <a:pt x="1660458" y="138725"/>
                  <a:pt x="1645361" y="135168"/>
                </a:cubicBezTo>
                <a:cubicBezTo>
                  <a:pt x="1554788" y="120941"/>
                  <a:pt x="1461194" y="110269"/>
                  <a:pt x="1373640" y="71141"/>
                </a:cubicBezTo>
                <a:cubicBezTo>
                  <a:pt x="1352504" y="64027"/>
                  <a:pt x="1328352" y="64027"/>
                  <a:pt x="1319295" y="88927"/>
                </a:cubicBezTo>
                <a:cubicBezTo>
                  <a:pt x="1304199" y="124497"/>
                  <a:pt x="1325332" y="145839"/>
                  <a:pt x="1346468" y="163625"/>
                </a:cubicBezTo>
                <a:cubicBezTo>
                  <a:pt x="1382696" y="195638"/>
                  <a:pt x="1424964" y="188525"/>
                  <a:pt x="1464213" y="192082"/>
                </a:cubicBezTo>
                <a:cubicBezTo>
                  <a:pt x="1572902" y="209867"/>
                  <a:pt x="1624228" y="259665"/>
                  <a:pt x="1648381" y="373491"/>
                </a:cubicBezTo>
                <a:cubicBezTo>
                  <a:pt x="1554788" y="327250"/>
                  <a:pt x="1461194" y="384162"/>
                  <a:pt x="1370620" y="352148"/>
                </a:cubicBezTo>
                <a:cubicBezTo>
                  <a:pt x="1346468" y="345034"/>
                  <a:pt x="1310237" y="355706"/>
                  <a:pt x="1322314" y="394834"/>
                </a:cubicBezTo>
                <a:cubicBezTo>
                  <a:pt x="1334390" y="430405"/>
                  <a:pt x="1373640" y="458860"/>
                  <a:pt x="1304199" y="451747"/>
                </a:cubicBezTo>
                <a:cubicBezTo>
                  <a:pt x="1252873" y="448189"/>
                  <a:pt x="1237778" y="405504"/>
                  <a:pt x="1222682" y="359262"/>
                </a:cubicBezTo>
                <a:cubicBezTo>
                  <a:pt x="1210606" y="334364"/>
                  <a:pt x="1177395" y="320135"/>
                  <a:pt x="1153242" y="334364"/>
                </a:cubicBezTo>
                <a:cubicBezTo>
                  <a:pt x="1123051" y="348592"/>
                  <a:pt x="1132108" y="387720"/>
                  <a:pt x="1132108" y="416176"/>
                </a:cubicBezTo>
                <a:cubicBezTo>
                  <a:pt x="1129088" y="469532"/>
                  <a:pt x="1153242" y="494431"/>
                  <a:pt x="1195509" y="505101"/>
                </a:cubicBezTo>
                <a:cubicBezTo>
                  <a:pt x="1246836" y="519330"/>
                  <a:pt x="1298160" y="537116"/>
                  <a:pt x="1364582" y="558458"/>
                </a:cubicBezTo>
                <a:cubicBezTo>
                  <a:pt x="1292122" y="594028"/>
                  <a:pt x="1237778" y="586915"/>
                  <a:pt x="1183434" y="558458"/>
                </a:cubicBezTo>
                <a:cubicBezTo>
                  <a:pt x="1117012" y="526444"/>
                  <a:pt x="1029458" y="483759"/>
                  <a:pt x="975114" y="522887"/>
                </a:cubicBezTo>
                <a:cubicBezTo>
                  <a:pt x="893597" y="579800"/>
                  <a:pt x="827176" y="544229"/>
                  <a:pt x="754716" y="533558"/>
                </a:cubicBezTo>
                <a:cubicBezTo>
                  <a:pt x="603758" y="512216"/>
                  <a:pt x="697352" y="480203"/>
                  <a:pt x="546395" y="462417"/>
                </a:cubicBezTo>
                <a:cubicBezTo>
                  <a:pt x="486012" y="455303"/>
                  <a:pt x="422610" y="426847"/>
                  <a:pt x="335056" y="465975"/>
                </a:cubicBezTo>
                <a:cubicBezTo>
                  <a:pt x="730563" y="672284"/>
                  <a:pt x="917750" y="658055"/>
                  <a:pt x="1270988" y="910606"/>
                </a:cubicBezTo>
                <a:cubicBezTo>
                  <a:pt x="1255893" y="935506"/>
                  <a:pt x="1240798" y="924835"/>
                  <a:pt x="1225701" y="921277"/>
                </a:cubicBezTo>
                <a:cubicBezTo>
                  <a:pt x="1201548" y="917720"/>
                  <a:pt x="1171356" y="903491"/>
                  <a:pt x="1165318" y="949734"/>
                </a:cubicBezTo>
                <a:cubicBezTo>
                  <a:pt x="1162298" y="985305"/>
                  <a:pt x="1180415" y="1003089"/>
                  <a:pt x="1210606" y="1006647"/>
                </a:cubicBezTo>
                <a:cubicBezTo>
                  <a:pt x="1298160" y="1020875"/>
                  <a:pt x="1376658" y="1070674"/>
                  <a:pt x="1455156" y="1113358"/>
                </a:cubicBezTo>
                <a:cubicBezTo>
                  <a:pt x="1491385" y="1131144"/>
                  <a:pt x="1530634" y="1156043"/>
                  <a:pt x="1515538" y="1220069"/>
                </a:cubicBezTo>
                <a:cubicBezTo>
                  <a:pt x="1485348" y="1237855"/>
                  <a:pt x="1464213" y="1212955"/>
                  <a:pt x="1440060" y="1209399"/>
                </a:cubicBezTo>
                <a:cubicBezTo>
                  <a:pt x="1415907" y="1205842"/>
                  <a:pt x="1358543" y="1220069"/>
                  <a:pt x="1373640" y="1230741"/>
                </a:cubicBezTo>
                <a:cubicBezTo>
                  <a:pt x="1443080" y="1269868"/>
                  <a:pt x="1316276" y="1365909"/>
                  <a:pt x="1400810" y="1365909"/>
                </a:cubicBezTo>
                <a:cubicBezTo>
                  <a:pt x="1539691" y="1365909"/>
                  <a:pt x="1615170" y="1536647"/>
                  <a:pt x="1748012" y="1540204"/>
                </a:cubicBezTo>
                <a:cubicBezTo>
                  <a:pt x="1769146" y="1540204"/>
                  <a:pt x="1778203" y="1572219"/>
                  <a:pt x="1778203" y="1597117"/>
                </a:cubicBezTo>
                <a:cubicBezTo>
                  <a:pt x="1778203" y="1629132"/>
                  <a:pt x="1757070" y="1632688"/>
                  <a:pt x="1735936" y="1636245"/>
                </a:cubicBezTo>
                <a:cubicBezTo>
                  <a:pt x="1702725" y="1639802"/>
                  <a:pt x="1666496" y="1597117"/>
                  <a:pt x="1624228" y="1657587"/>
                </a:cubicBezTo>
                <a:cubicBezTo>
                  <a:pt x="1702725" y="1693158"/>
                  <a:pt x="1784242" y="1728729"/>
                  <a:pt x="1781223" y="1849668"/>
                </a:cubicBezTo>
                <a:cubicBezTo>
                  <a:pt x="1781223" y="1881683"/>
                  <a:pt x="1814434" y="1895910"/>
                  <a:pt x="1838587" y="1903025"/>
                </a:cubicBezTo>
                <a:cubicBezTo>
                  <a:pt x="1880854" y="1917252"/>
                  <a:pt x="1914065" y="1938595"/>
                  <a:pt x="1938218" y="1984836"/>
                </a:cubicBezTo>
                <a:cubicBezTo>
                  <a:pt x="1938218" y="1995507"/>
                  <a:pt x="1938218" y="2002622"/>
                  <a:pt x="1938218" y="2013292"/>
                </a:cubicBezTo>
                <a:cubicBezTo>
                  <a:pt x="1932180" y="2123562"/>
                  <a:pt x="1871798" y="2120004"/>
                  <a:pt x="1805376" y="2102219"/>
                </a:cubicBezTo>
                <a:cubicBezTo>
                  <a:pt x="1726878" y="2080877"/>
                  <a:pt x="1648381" y="2038192"/>
                  <a:pt x="1563844" y="2077320"/>
                </a:cubicBezTo>
                <a:cubicBezTo>
                  <a:pt x="1681592" y="2130676"/>
                  <a:pt x="1811414" y="2134233"/>
                  <a:pt x="1920104" y="2208931"/>
                </a:cubicBezTo>
                <a:cubicBezTo>
                  <a:pt x="1515538" y="2223159"/>
                  <a:pt x="1159280" y="1984836"/>
                  <a:pt x="766792" y="1892353"/>
                </a:cubicBezTo>
                <a:cubicBezTo>
                  <a:pt x="778869" y="1952823"/>
                  <a:pt x="812080" y="1967051"/>
                  <a:pt x="839252" y="1974165"/>
                </a:cubicBezTo>
                <a:cubicBezTo>
                  <a:pt x="984170" y="2020407"/>
                  <a:pt x="1110974" y="2112891"/>
                  <a:pt x="1243816" y="2191146"/>
                </a:cubicBezTo>
                <a:cubicBezTo>
                  <a:pt x="1298160" y="2223159"/>
                  <a:pt x="1337410" y="2258731"/>
                  <a:pt x="1358543" y="2326314"/>
                </a:cubicBezTo>
                <a:cubicBezTo>
                  <a:pt x="1376658" y="2390340"/>
                  <a:pt x="1412888" y="2418796"/>
                  <a:pt x="1479310" y="2401012"/>
                </a:cubicBezTo>
                <a:cubicBezTo>
                  <a:pt x="1533654" y="2386784"/>
                  <a:pt x="1591018" y="2393898"/>
                  <a:pt x="1648381" y="2401012"/>
                </a:cubicBezTo>
                <a:cubicBezTo>
                  <a:pt x="1711782" y="2408126"/>
                  <a:pt x="1784242" y="2479267"/>
                  <a:pt x="1769146" y="2518395"/>
                </a:cubicBezTo>
                <a:cubicBezTo>
                  <a:pt x="1738956" y="2582422"/>
                  <a:pt x="1687630" y="2550408"/>
                  <a:pt x="1645361" y="2543294"/>
                </a:cubicBezTo>
                <a:cubicBezTo>
                  <a:pt x="1594036" y="2536181"/>
                  <a:pt x="1500444" y="2518395"/>
                  <a:pt x="1500444" y="2525509"/>
                </a:cubicBezTo>
                <a:cubicBezTo>
                  <a:pt x="1467232" y="2685576"/>
                  <a:pt x="1391754" y="2564636"/>
                  <a:pt x="1337410" y="2564636"/>
                </a:cubicBezTo>
                <a:cubicBezTo>
                  <a:pt x="1286084" y="2564636"/>
                  <a:pt x="1234759" y="2546851"/>
                  <a:pt x="1186452" y="2532623"/>
                </a:cubicBezTo>
                <a:cubicBezTo>
                  <a:pt x="1123051" y="2514837"/>
                  <a:pt x="1065688" y="2546851"/>
                  <a:pt x="1005304" y="2553965"/>
                </a:cubicBezTo>
                <a:cubicBezTo>
                  <a:pt x="950960" y="2561080"/>
                  <a:pt x="981150" y="2653563"/>
                  <a:pt x="947940" y="2692689"/>
                </a:cubicBezTo>
                <a:cubicBezTo>
                  <a:pt x="941903" y="2703362"/>
                  <a:pt x="935864" y="2703362"/>
                  <a:pt x="929826" y="2703362"/>
                </a:cubicBezTo>
                <a:cubicBezTo>
                  <a:pt x="911711" y="2980812"/>
                  <a:pt x="594701" y="2913227"/>
                  <a:pt x="594701" y="2923898"/>
                </a:cubicBezTo>
                <a:cubicBezTo>
                  <a:pt x="567529" y="2941684"/>
                  <a:pt x="534318" y="2899000"/>
                  <a:pt x="501108" y="2941684"/>
                </a:cubicBezTo>
                <a:cubicBezTo>
                  <a:pt x="643007" y="3137322"/>
                  <a:pt x="860386" y="3183563"/>
                  <a:pt x="1053610" y="3329402"/>
                </a:cubicBezTo>
                <a:cubicBezTo>
                  <a:pt x="893597" y="3379202"/>
                  <a:pt x="800002" y="3208463"/>
                  <a:pt x="682256" y="3229805"/>
                </a:cubicBezTo>
                <a:cubicBezTo>
                  <a:pt x="624893" y="3283162"/>
                  <a:pt x="796984" y="3368530"/>
                  <a:pt x="630932" y="3393429"/>
                </a:cubicBezTo>
                <a:cubicBezTo>
                  <a:pt x="703390" y="3439672"/>
                  <a:pt x="754716" y="3485914"/>
                  <a:pt x="806041" y="3539269"/>
                </a:cubicBezTo>
                <a:cubicBezTo>
                  <a:pt x="893597" y="3635309"/>
                  <a:pt x="911711" y="3699337"/>
                  <a:pt x="869444" y="3827390"/>
                </a:cubicBezTo>
                <a:cubicBezTo>
                  <a:pt x="842270" y="3912759"/>
                  <a:pt x="803022" y="3991015"/>
                  <a:pt x="839252" y="4090612"/>
                </a:cubicBezTo>
                <a:cubicBezTo>
                  <a:pt x="863405" y="4158196"/>
                  <a:pt x="854347" y="4204438"/>
                  <a:pt x="763774" y="4172424"/>
                </a:cubicBezTo>
                <a:cubicBezTo>
                  <a:pt x="667160" y="4140411"/>
                  <a:pt x="630932" y="4200882"/>
                  <a:pt x="655085" y="4321821"/>
                </a:cubicBezTo>
                <a:cubicBezTo>
                  <a:pt x="670179" y="4400076"/>
                  <a:pt x="655085" y="4424975"/>
                  <a:pt x="588662" y="4414305"/>
                </a:cubicBezTo>
                <a:cubicBezTo>
                  <a:pt x="516204" y="4403633"/>
                  <a:pt x="446764" y="4353835"/>
                  <a:pt x="356189" y="4378734"/>
                </a:cubicBezTo>
                <a:cubicBezTo>
                  <a:pt x="428648" y="4521016"/>
                  <a:pt x="582626" y="4478331"/>
                  <a:pt x="667160" y="4613499"/>
                </a:cubicBezTo>
                <a:cubicBezTo>
                  <a:pt x="567529" y="4613499"/>
                  <a:pt x="489031" y="4613499"/>
                  <a:pt x="416573" y="4585042"/>
                </a:cubicBezTo>
                <a:cubicBezTo>
                  <a:pt x="386381" y="4574373"/>
                  <a:pt x="353170" y="4560144"/>
                  <a:pt x="335056" y="4602828"/>
                </a:cubicBezTo>
                <a:cubicBezTo>
                  <a:pt x="313920" y="4652628"/>
                  <a:pt x="356189" y="4670412"/>
                  <a:pt x="380342" y="4677526"/>
                </a:cubicBezTo>
                <a:cubicBezTo>
                  <a:pt x="449784" y="4702425"/>
                  <a:pt x="504126" y="4759339"/>
                  <a:pt x="564510" y="4805580"/>
                </a:cubicBezTo>
                <a:cubicBezTo>
                  <a:pt x="694332" y="4905177"/>
                  <a:pt x="836233" y="4990547"/>
                  <a:pt x="944922" y="5154171"/>
                </a:cubicBezTo>
                <a:cubicBezTo>
                  <a:pt x="809060" y="5111487"/>
                  <a:pt x="706410" y="5011889"/>
                  <a:pt x="576586" y="4994104"/>
                </a:cubicBezTo>
                <a:cubicBezTo>
                  <a:pt x="688296" y="5143500"/>
                  <a:pt x="830194" y="5243097"/>
                  <a:pt x="963036" y="5353367"/>
                </a:cubicBezTo>
                <a:cubicBezTo>
                  <a:pt x="1002286" y="5385379"/>
                  <a:pt x="1041534" y="5406721"/>
                  <a:pt x="1047572" y="5474306"/>
                </a:cubicBezTo>
                <a:cubicBezTo>
                  <a:pt x="1065688" y="5605917"/>
                  <a:pt x="1113992" y="5712629"/>
                  <a:pt x="1222682" y="5769542"/>
                </a:cubicBezTo>
                <a:cubicBezTo>
                  <a:pt x="1222682" y="5769542"/>
                  <a:pt x="1216644" y="5790884"/>
                  <a:pt x="1213626" y="5801555"/>
                </a:cubicBezTo>
                <a:cubicBezTo>
                  <a:pt x="1147203" y="5805112"/>
                  <a:pt x="1095878" y="5726858"/>
                  <a:pt x="1014361" y="5755314"/>
                </a:cubicBezTo>
                <a:cubicBezTo>
                  <a:pt x="1095878" y="5862025"/>
                  <a:pt x="1162298" y="5954508"/>
                  <a:pt x="1274008" y="6004307"/>
                </a:cubicBezTo>
                <a:cubicBezTo>
                  <a:pt x="1364582" y="6043434"/>
                  <a:pt x="1476290" y="6068335"/>
                  <a:pt x="1542711" y="6196388"/>
                </a:cubicBezTo>
                <a:cubicBezTo>
                  <a:pt x="1467232" y="6221287"/>
                  <a:pt x="1409868" y="6189274"/>
                  <a:pt x="1352504" y="6167932"/>
                </a:cubicBezTo>
                <a:cubicBezTo>
                  <a:pt x="1264950" y="6132361"/>
                  <a:pt x="1177395" y="6093234"/>
                  <a:pt x="1089840" y="6057663"/>
                </a:cubicBezTo>
                <a:cubicBezTo>
                  <a:pt x="1056628" y="6043434"/>
                  <a:pt x="1020400" y="6036320"/>
                  <a:pt x="999266" y="6100347"/>
                </a:cubicBezTo>
                <a:cubicBezTo>
                  <a:pt x="1110974" y="6114575"/>
                  <a:pt x="1177395" y="6199945"/>
                  <a:pt x="1246836" y="6281757"/>
                </a:cubicBezTo>
                <a:cubicBezTo>
                  <a:pt x="1286084" y="6327999"/>
                  <a:pt x="1319295" y="6388469"/>
                  <a:pt x="1388735" y="6367127"/>
                </a:cubicBezTo>
                <a:cubicBezTo>
                  <a:pt x="1424964" y="6356456"/>
                  <a:pt x="1449118" y="6388469"/>
                  <a:pt x="1446099" y="6431153"/>
                </a:cubicBezTo>
                <a:cubicBezTo>
                  <a:pt x="1431002" y="6580550"/>
                  <a:pt x="1518558" y="6630349"/>
                  <a:pt x="1609132" y="6658805"/>
                </a:cubicBezTo>
                <a:cubicBezTo>
                  <a:pt x="1741974" y="6701489"/>
                  <a:pt x="1859720" y="6786859"/>
                  <a:pt x="1983504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27211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Presentacion_28</Template>
  <TotalTime>109</TotalTime>
  <Words>217</Words>
  <Application>Microsoft Office PowerPoint</Application>
  <PresentationFormat>Widescreen</PresentationFormat>
  <Paragraphs>83</Paragraphs>
  <Slides>6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Tema de Office</vt:lpstr>
      <vt:lpstr>Proyecto electrolineras 2026 UIS</vt:lpstr>
      <vt:lpstr>PowerPoint Presentation</vt:lpstr>
      <vt:lpstr>VEHÍCULOS SELECCIONADOS</vt:lpstr>
      <vt:lpstr>PSEUDOCÓDIGO</vt:lpstr>
      <vt:lpstr>Menú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electrolineras 2026 UIS</dc:title>
  <dc:creator>angel pachon</dc:creator>
  <cp:lastModifiedBy>Alejandro F</cp:lastModifiedBy>
  <cp:revision>46</cp:revision>
  <dcterms:created xsi:type="dcterms:W3CDTF">2026-04-24T23:03:39Z</dcterms:created>
  <dcterms:modified xsi:type="dcterms:W3CDTF">2026-04-28T12:25:48Z</dcterms:modified>
</cp:coreProperties>
</file>